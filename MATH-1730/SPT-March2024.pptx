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4"/>
  </p:sldMasterIdLst>
  <p:notesMasterIdLst>
    <p:notesMasterId r:id="rId15"/>
  </p:notesMasterIdLst>
  <p:sldIdLst>
    <p:sldId id="257" r:id="rId5"/>
    <p:sldId id="307" r:id="rId6"/>
    <p:sldId id="303" r:id="rId7"/>
    <p:sldId id="293" r:id="rId8"/>
    <p:sldId id="295" r:id="rId9"/>
    <p:sldId id="310" r:id="rId10"/>
    <p:sldId id="311" r:id="rId11"/>
    <p:sldId id="312" r:id="rId12"/>
    <p:sldId id="313" r:id="rId13"/>
    <p:sldId id="314" r:id="rId14"/>
  </p:sldIdLst>
  <p:sldSz cx="9144000" cy="6858000" type="screen4x3"/>
  <p:notesSz cx="7023100" cy="93091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70"/>
    <a:srgbClr val="212FAF"/>
    <a:srgbClr val="008F00"/>
    <a:srgbClr val="AB7942"/>
    <a:srgbClr val="9420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6" Type="http://schemas.openxmlformats.org/officeDocument/2006/relationships/image" Target="../media/image18.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6" Type="http://schemas.openxmlformats.org/officeDocument/2006/relationships/image" Target="../media/image18.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9A9D46-870E-46B2-AF80-24DEBB857210}"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3247CE8A-9EDC-4E5A-8674-F713E844B429}">
      <dgm:prSet custT="1"/>
      <dgm:spPr/>
      <dgm:t>
        <a:bodyPr/>
        <a:lstStyle/>
        <a:p>
          <a:pPr>
            <a:lnSpc>
              <a:spcPct val="100000"/>
            </a:lnSpc>
          </a:pPr>
          <a:r>
            <a:rPr lang="en-US" sz="2000" b="1"/>
            <a:t>Instructor Delivery</a:t>
          </a:r>
          <a:endParaRPr lang="en-US" sz="2000"/>
        </a:p>
      </dgm:t>
    </dgm:pt>
    <dgm:pt modelId="{7A1619AA-3465-4F0E-839B-ADE3D200134E}" type="parTrans" cxnId="{8E209B42-3F6E-4C48-86F0-4CF957FED1B8}">
      <dgm:prSet/>
      <dgm:spPr/>
      <dgm:t>
        <a:bodyPr/>
        <a:lstStyle/>
        <a:p>
          <a:endParaRPr lang="en-US" sz="1600"/>
        </a:p>
      </dgm:t>
    </dgm:pt>
    <dgm:pt modelId="{F6982C50-0ABC-4819-9FBD-1059208D8C59}" type="sibTrans" cxnId="{8E209B42-3F6E-4C48-86F0-4CF957FED1B8}">
      <dgm:prSet/>
      <dgm:spPr/>
      <dgm:t>
        <a:bodyPr/>
        <a:lstStyle/>
        <a:p>
          <a:endParaRPr lang="en-US" sz="1600"/>
        </a:p>
      </dgm:t>
    </dgm:pt>
    <dgm:pt modelId="{F0211659-1E8E-4210-BCCF-B93608DFF204}">
      <dgm:prSet custT="1"/>
      <dgm:spPr/>
      <dgm:t>
        <a:bodyPr/>
        <a:lstStyle/>
        <a:p>
          <a:pPr>
            <a:lnSpc>
              <a:spcPct val="100000"/>
            </a:lnSpc>
          </a:pPr>
          <a:r>
            <a:rPr lang="en-CA" sz="2000" b="1"/>
            <a:t>Grading Expectations &amp; Feedback</a:t>
          </a:r>
          <a:endParaRPr lang="en-US" sz="2000"/>
        </a:p>
      </dgm:t>
    </dgm:pt>
    <dgm:pt modelId="{440751DA-7553-4EC1-914D-9C188A1A52F3}" type="parTrans" cxnId="{1DDA7D7E-D10D-480B-8633-0ED186963A86}">
      <dgm:prSet/>
      <dgm:spPr/>
      <dgm:t>
        <a:bodyPr/>
        <a:lstStyle/>
        <a:p>
          <a:endParaRPr lang="en-US" sz="1600"/>
        </a:p>
      </dgm:t>
    </dgm:pt>
    <dgm:pt modelId="{36FC0D41-29C1-4C16-A463-02E962521FC3}" type="sibTrans" cxnId="{1DDA7D7E-D10D-480B-8633-0ED186963A86}">
      <dgm:prSet/>
      <dgm:spPr/>
      <dgm:t>
        <a:bodyPr/>
        <a:lstStyle/>
        <a:p>
          <a:endParaRPr lang="en-US" sz="1600"/>
        </a:p>
      </dgm:t>
    </dgm:pt>
    <dgm:pt modelId="{C61AAEBC-3887-4C60-BC85-33CFDC76EE93}">
      <dgm:prSet custT="1"/>
      <dgm:spPr/>
      <dgm:t>
        <a:bodyPr/>
        <a:lstStyle/>
        <a:p>
          <a:pPr>
            <a:lnSpc>
              <a:spcPct val="100000"/>
            </a:lnSpc>
          </a:pPr>
          <a:r>
            <a:rPr lang="en-CA" sz="2000" b="1"/>
            <a:t>Positive Learning Environment</a:t>
          </a:r>
          <a:endParaRPr lang="en-US" sz="2000"/>
        </a:p>
      </dgm:t>
    </dgm:pt>
    <dgm:pt modelId="{66A8883D-5DE5-4039-AC88-8AB166DD447E}" type="parTrans" cxnId="{B25A7E13-015F-45A0-9400-91F388DEE20D}">
      <dgm:prSet/>
      <dgm:spPr/>
      <dgm:t>
        <a:bodyPr/>
        <a:lstStyle/>
        <a:p>
          <a:endParaRPr lang="en-US" sz="1600"/>
        </a:p>
      </dgm:t>
    </dgm:pt>
    <dgm:pt modelId="{51F8FB62-187D-4A25-ACC9-548124E2E6BD}" type="sibTrans" cxnId="{B25A7E13-015F-45A0-9400-91F388DEE20D}">
      <dgm:prSet/>
      <dgm:spPr/>
      <dgm:t>
        <a:bodyPr/>
        <a:lstStyle/>
        <a:p>
          <a:endParaRPr lang="en-US" sz="1600"/>
        </a:p>
      </dgm:t>
    </dgm:pt>
    <dgm:pt modelId="{92178BF4-9D1F-4046-8870-B697F5257A69}">
      <dgm:prSet custT="1"/>
      <dgm:spPr/>
      <dgm:t>
        <a:bodyPr/>
        <a:lstStyle/>
        <a:p>
          <a:pPr>
            <a:lnSpc>
              <a:spcPct val="100000"/>
            </a:lnSpc>
          </a:pPr>
          <a:r>
            <a:rPr lang="en-CA" sz="2000" b="1"/>
            <a:t>Facilitation of Learning</a:t>
          </a:r>
          <a:endParaRPr lang="en-US" sz="2000"/>
        </a:p>
      </dgm:t>
    </dgm:pt>
    <dgm:pt modelId="{FA81716E-1860-46AE-9015-212A8D3F7C8C}" type="parTrans" cxnId="{610F2C12-D38C-4497-9471-345EF02A6916}">
      <dgm:prSet/>
      <dgm:spPr/>
      <dgm:t>
        <a:bodyPr/>
        <a:lstStyle/>
        <a:p>
          <a:endParaRPr lang="en-US" sz="1600"/>
        </a:p>
      </dgm:t>
    </dgm:pt>
    <dgm:pt modelId="{7D7284AA-B37F-44C0-B63F-2537BAA677B4}" type="sibTrans" cxnId="{610F2C12-D38C-4497-9471-345EF02A6916}">
      <dgm:prSet/>
      <dgm:spPr/>
      <dgm:t>
        <a:bodyPr/>
        <a:lstStyle/>
        <a:p>
          <a:endParaRPr lang="en-US" sz="1600"/>
        </a:p>
      </dgm:t>
    </dgm:pt>
    <dgm:pt modelId="{1D474132-E20A-4FA0-B613-E32625FDA4D1}">
      <dgm:prSet custT="1"/>
      <dgm:spPr/>
      <dgm:t>
        <a:bodyPr/>
        <a:lstStyle/>
        <a:p>
          <a:pPr>
            <a:lnSpc>
              <a:spcPct val="100000"/>
            </a:lnSpc>
          </a:pPr>
          <a:r>
            <a:rPr lang="en-CA" sz="2000" b="1"/>
            <a:t>Workload &amp; Difficulty</a:t>
          </a:r>
          <a:endParaRPr lang="en-US" sz="2000"/>
        </a:p>
      </dgm:t>
    </dgm:pt>
    <dgm:pt modelId="{BCFC0018-1C01-4230-A870-F2C1D4831F34}" type="parTrans" cxnId="{72247CC8-C0F0-43E8-9F6D-170864921364}">
      <dgm:prSet/>
      <dgm:spPr/>
      <dgm:t>
        <a:bodyPr/>
        <a:lstStyle/>
        <a:p>
          <a:endParaRPr lang="en-US" sz="1600"/>
        </a:p>
      </dgm:t>
    </dgm:pt>
    <dgm:pt modelId="{52F2E1C7-637B-4942-823B-C3B103D97321}" type="sibTrans" cxnId="{72247CC8-C0F0-43E8-9F6D-170864921364}">
      <dgm:prSet/>
      <dgm:spPr/>
      <dgm:t>
        <a:bodyPr/>
        <a:lstStyle/>
        <a:p>
          <a:endParaRPr lang="en-US" sz="1600"/>
        </a:p>
      </dgm:t>
    </dgm:pt>
    <dgm:pt modelId="{FA4E0C45-3729-4A49-B588-0C8DD2A0042F}">
      <dgm:prSet custT="1"/>
      <dgm:spPr/>
      <dgm:t>
        <a:bodyPr/>
        <a:lstStyle/>
        <a:p>
          <a:pPr>
            <a:lnSpc>
              <a:spcPct val="100000"/>
            </a:lnSpc>
          </a:pPr>
          <a:r>
            <a:rPr lang="en-CA" sz="2000" b="1"/>
            <a:t>Student Motivation</a:t>
          </a:r>
          <a:endParaRPr lang="en-US" sz="2000"/>
        </a:p>
      </dgm:t>
    </dgm:pt>
    <dgm:pt modelId="{806D53D9-606B-46F5-A959-A813B5FA9D2A}" type="parTrans" cxnId="{D51A234F-B451-46FD-A85E-69D6B68F00D0}">
      <dgm:prSet/>
      <dgm:spPr/>
      <dgm:t>
        <a:bodyPr/>
        <a:lstStyle/>
        <a:p>
          <a:endParaRPr lang="en-US" sz="1600"/>
        </a:p>
      </dgm:t>
    </dgm:pt>
    <dgm:pt modelId="{FBBF3C55-DB5B-4108-8CBC-C4E180E67DF8}" type="sibTrans" cxnId="{D51A234F-B451-46FD-A85E-69D6B68F00D0}">
      <dgm:prSet/>
      <dgm:spPr/>
      <dgm:t>
        <a:bodyPr/>
        <a:lstStyle/>
        <a:p>
          <a:endParaRPr lang="en-US" sz="1600"/>
        </a:p>
      </dgm:t>
    </dgm:pt>
    <dgm:pt modelId="{714CF322-0BD8-4254-8650-A5B9A50B66FF}">
      <dgm:prSet custT="1"/>
      <dgm:spPr/>
      <dgm:t>
        <a:bodyPr/>
        <a:lstStyle/>
        <a:p>
          <a:pPr>
            <a:lnSpc>
              <a:spcPct val="100000"/>
            </a:lnSpc>
          </a:pPr>
          <a:r>
            <a:rPr lang="en-CA" sz="2000" b="1"/>
            <a:t>Global Questions</a:t>
          </a:r>
          <a:endParaRPr lang="en-US" sz="2000"/>
        </a:p>
      </dgm:t>
    </dgm:pt>
    <dgm:pt modelId="{9C23F29B-7B63-416A-9DE2-083CB3730D42}" type="parTrans" cxnId="{08F7CDAE-A167-48A1-8B8A-720B8A16C1CA}">
      <dgm:prSet/>
      <dgm:spPr/>
      <dgm:t>
        <a:bodyPr/>
        <a:lstStyle/>
        <a:p>
          <a:endParaRPr lang="en-US" sz="1600"/>
        </a:p>
      </dgm:t>
    </dgm:pt>
    <dgm:pt modelId="{A4D8F897-72CA-431C-BF2E-54CB5622CD1D}" type="sibTrans" cxnId="{08F7CDAE-A167-48A1-8B8A-720B8A16C1CA}">
      <dgm:prSet/>
      <dgm:spPr/>
      <dgm:t>
        <a:bodyPr/>
        <a:lstStyle/>
        <a:p>
          <a:endParaRPr lang="en-US" sz="1600"/>
        </a:p>
      </dgm:t>
    </dgm:pt>
    <dgm:pt modelId="{B4314738-061A-49DD-9132-8915A1BD7DEE}">
      <dgm:prSet custT="1"/>
      <dgm:spPr/>
      <dgm:t>
        <a:bodyPr/>
        <a:lstStyle/>
        <a:p>
          <a:pPr>
            <a:lnSpc>
              <a:spcPct val="100000"/>
            </a:lnSpc>
          </a:pPr>
          <a:r>
            <a:rPr lang="en-CA" sz="2000" b="1"/>
            <a:t>Student Learning Questions</a:t>
          </a:r>
          <a:endParaRPr lang="en-US" sz="2000"/>
        </a:p>
      </dgm:t>
    </dgm:pt>
    <dgm:pt modelId="{9D8BAB56-5581-46F7-87AC-2B647824C8BB}" type="parTrans" cxnId="{FEB6F5A2-ACC6-43A0-9E62-A0C8B0C05654}">
      <dgm:prSet/>
      <dgm:spPr/>
      <dgm:t>
        <a:bodyPr/>
        <a:lstStyle/>
        <a:p>
          <a:endParaRPr lang="en-US" sz="1600"/>
        </a:p>
      </dgm:t>
    </dgm:pt>
    <dgm:pt modelId="{3444662C-36D7-4D1E-80A4-A2429873D343}" type="sibTrans" cxnId="{FEB6F5A2-ACC6-43A0-9E62-A0C8B0C05654}">
      <dgm:prSet/>
      <dgm:spPr/>
      <dgm:t>
        <a:bodyPr/>
        <a:lstStyle/>
        <a:p>
          <a:endParaRPr lang="en-US" sz="1600"/>
        </a:p>
      </dgm:t>
    </dgm:pt>
    <dgm:pt modelId="{8B18834A-5921-4202-ABEE-7F9DCEF0043C}" type="pres">
      <dgm:prSet presAssocID="{7B9A9D46-870E-46B2-AF80-24DEBB857210}" presName="root" presStyleCnt="0">
        <dgm:presLayoutVars>
          <dgm:dir/>
          <dgm:resizeHandles val="exact"/>
        </dgm:presLayoutVars>
      </dgm:prSet>
      <dgm:spPr/>
    </dgm:pt>
    <dgm:pt modelId="{8BFBC542-36B7-4B13-9171-CC782CAE692A}" type="pres">
      <dgm:prSet presAssocID="{3247CE8A-9EDC-4E5A-8674-F713E844B429}" presName="compNode" presStyleCnt="0"/>
      <dgm:spPr/>
    </dgm:pt>
    <dgm:pt modelId="{82731101-1101-42C4-81F8-19940003CE22}" type="pres">
      <dgm:prSet presAssocID="{3247CE8A-9EDC-4E5A-8674-F713E844B429}" presName="bgRect" presStyleLbl="bgShp" presStyleIdx="0" presStyleCnt="8"/>
      <dgm:spPr/>
    </dgm:pt>
    <dgm:pt modelId="{66055655-57F2-4475-BA5D-F7CEF685F391}" type="pres">
      <dgm:prSet presAssocID="{3247CE8A-9EDC-4E5A-8674-F713E844B429}"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cher"/>
        </a:ext>
      </dgm:extLst>
    </dgm:pt>
    <dgm:pt modelId="{C45334BA-038B-4F75-81F5-491869BB3924}" type="pres">
      <dgm:prSet presAssocID="{3247CE8A-9EDC-4E5A-8674-F713E844B429}" presName="spaceRect" presStyleCnt="0"/>
      <dgm:spPr/>
    </dgm:pt>
    <dgm:pt modelId="{FAFC643F-6953-47CB-AD75-6F37F2E4D2F2}" type="pres">
      <dgm:prSet presAssocID="{3247CE8A-9EDC-4E5A-8674-F713E844B429}" presName="parTx" presStyleLbl="revTx" presStyleIdx="0" presStyleCnt="8">
        <dgm:presLayoutVars>
          <dgm:chMax val="0"/>
          <dgm:chPref val="0"/>
        </dgm:presLayoutVars>
      </dgm:prSet>
      <dgm:spPr/>
    </dgm:pt>
    <dgm:pt modelId="{7026F257-103F-429A-8293-8B2D1925C461}" type="pres">
      <dgm:prSet presAssocID="{F6982C50-0ABC-4819-9FBD-1059208D8C59}" presName="sibTrans" presStyleCnt="0"/>
      <dgm:spPr/>
    </dgm:pt>
    <dgm:pt modelId="{4337AB63-448A-4EB4-AA42-2597090E8AE0}" type="pres">
      <dgm:prSet presAssocID="{F0211659-1E8E-4210-BCCF-B93608DFF204}" presName="compNode" presStyleCnt="0"/>
      <dgm:spPr/>
    </dgm:pt>
    <dgm:pt modelId="{42BD9C71-88EE-4E8B-BBBF-B59CDFF2C0E3}" type="pres">
      <dgm:prSet presAssocID="{F0211659-1E8E-4210-BCCF-B93608DFF204}" presName="bgRect" presStyleLbl="bgShp" presStyleIdx="1" presStyleCnt="8"/>
      <dgm:spPr/>
    </dgm:pt>
    <dgm:pt modelId="{7B377967-0F07-49D2-B294-19B3C1296140}" type="pres">
      <dgm:prSet presAssocID="{F0211659-1E8E-4210-BCCF-B93608DFF204}"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B4D194A5-A3B4-4740-8448-F5B46E6BBF40}" type="pres">
      <dgm:prSet presAssocID="{F0211659-1E8E-4210-BCCF-B93608DFF204}" presName="spaceRect" presStyleCnt="0"/>
      <dgm:spPr/>
    </dgm:pt>
    <dgm:pt modelId="{42E0AB88-A3CC-4B74-8612-08D1873B5AC1}" type="pres">
      <dgm:prSet presAssocID="{F0211659-1E8E-4210-BCCF-B93608DFF204}" presName="parTx" presStyleLbl="revTx" presStyleIdx="1" presStyleCnt="8">
        <dgm:presLayoutVars>
          <dgm:chMax val="0"/>
          <dgm:chPref val="0"/>
        </dgm:presLayoutVars>
      </dgm:prSet>
      <dgm:spPr/>
    </dgm:pt>
    <dgm:pt modelId="{0F590110-21E0-478C-8E89-18585832F64F}" type="pres">
      <dgm:prSet presAssocID="{36FC0D41-29C1-4C16-A463-02E962521FC3}" presName="sibTrans" presStyleCnt="0"/>
      <dgm:spPr/>
    </dgm:pt>
    <dgm:pt modelId="{57DF674D-32BC-49D2-9806-F3E57A33B379}" type="pres">
      <dgm:prSet presAssocID="{C61AAEBC-3887-4C60-BC85-33CFDC76EE93}" presName="compNode" presStyleCnt="0"/>
      <dgm:spPr/>
    </dgm:pt>
    <dgm:pt modelId="{7A854354-66B2-45C3-AA24-8CA7CDCBA42B}" type="pres">
      <dgm:prSet presAssocID="{C61AAEBC-3887-4C60-BC85-33CFDC76EE93}" presName="bgRect" presStyleLbl="bgShp" presStyleIdx="2" presStyleCnt="8"/>
      <dgm:spPr/>
    </dgm:pt>
    <dgm:pt modelId="{0AD61DD2-AC01-41A9-BA55-09ABD46FE96D}" type="pres">
      <dgm:prSet presAssocID="{C61AAEBC-3887-4C60-BC85-33CFDC76EE93}"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iling Face with No Fill"/>
        </a:ext>
      </dgm:extLst>
    </dgm:pt>
    <dgm:pt modelId="{B863B3C4-5754-4F16-9A65-FC4EB2BB7B98}" type="pres">
      <dgm:prSet presAssocID="{C61AAEBC-3887-4C60-BC85-33CFDC76EE93}" presName="spaceRect" presStyleCnt="0"/>
      <dgm:spPr/>
    </dgm:pt>
    <dgm:pt modelId="{5CC91183-47FD-42AE-92EB-913013119609}" type="pres">
      <dgm:prSet presAssocID="{C61AAEBC-3887-4C60-BC85-33CFDC76EE93}" presName="parTx" presStyleLbl="revTx" presStyleIdx="2" presStyleCnt="8">
        <dgm:presLayoutVars>
          <dgm:chMax val="0"/>
          <dgm:chPref val="0"/>
        </dgm:presLayoutVars>
      </dgm:prSet>
      <dgm:spPr/>
    </dgm:pt>
    <dgm:pt modelId="{6E93F8EA-8C33-4415-8729-2059AD8E70D6}" type="pres">
      <dgm:prSet presAssocID="{51F8FB62-187D-4A25-ACC9-548124E2E6BD}" presName="sibTrans" presStyleCnt="0"/>
      <dgm:spPr/>
    </dgm:pt>
    <dgm:pt modelId="{A30CB54C-23DF-48D9-A383-3ABF804B7242}" type="pres">
      <dgm:prSet presAssocID="{92178BF4-9D1F-4046-8870-B697F5257A69}" presName="compNode" presStyleCnt="0"/>
      <dgm:spPr/>
    </dgm:pt>
    <dgm:pt modelId="{B57034DD-EC5B-4916-8197-43857E2D86A5}" type="pres">
      <dgm:prSet presAssocID="{92178BF4-9D1F-4046-8870-B697F5257A69}" presName="bgRect" presStyleLbl="bgShp" presStyleIdx="3" presStyleCnt="8" custLinFactNeighborX="270" custLinFactNeighborY="-4945"/>
      <dgm:spPr/>
    </dgm:pt>
    <dgm:pt modelId="{9973CDD7-F792-4428-A4C7-7F6E59203B45}" type="pres">
      <dgm:prSet presAssocID="{92178BF4-9D1F-4046-8870-B697F5257A69}"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assroom"/>
        </a:ext>
      </dgm:extLst>
    </dgm:pt>
    <dgm:pt modelId="{AF60FC23-CF79-43CF-9458-7C5918C4A869}" type="pres">
      <dgm:prSet presAssocID="{92178BF4-9D1F-4046-8870-B697F5257A69}" presName="spaceRect" presStyleCnt="0"/>
      <dgm:spPr/>
    </dgm:pt>
    <dgm:pt modelId="{43230116-9A75-4D73-8E51-6351DCC0E4D5}" type="pres">
      <dgm:prSet presAssocID="{92178BF4-9D1F-4046-8870-B697F5257A69}" presName="parTx" presStyleLbl="revTx" presStyleIdx="3" presStyleCnt="8">
        <dgm:presLayoutVars>
          <dgm:chMax val="0"/>
          <dgm:chPref val="0"/>
        </dgm:presLayoutVars>
      </dgm:prSet>
      <dgm:spPr/>
    </dgm:pt>
    <dgm:pt modelId="{D6975B61-AC85-4680-AA21-B835BCDE7969}" type="pres">
      <dgm:prSet presAssocID="{7D7284AA-B37F-44C0-B63F-2537BAA677B4}" presName="sibTrans" presStyleCnt="0"/>
      <dgm:spPr/>
    </dgm:pt>
    <dgm:pt modelId="{D1FC89D2-F071-4DB8-8CE5-FDD266A4E7EA}" type="pres">
      <dgm:prSet presAssocID="{1D474132-E20A-4FA0-B613-E32625FDA4D1}" presName="compNode" presStyleCnt="0"/>
      <dgm:spPr/>
    </dgm:pt>
    <dgm:pt modelId="{CFB79B85-A089-454F-AB2D-9CDBE2F9F4F4}" type="pres">
      <dgm:prSet presAssocID="{1D474132-E20A-4FA0-B613-E32625FDA4D1}" presName="bgRect" presStyleLbl="bgShp" presStyleIdx="4" presStyleCnt="8"/>
      <dgm:spPr/>
    </dgm:pt>
    <dgm:pt modelId="{65185095-DD4E-4660-8C3D-4F16A57E0CBE}" type="pres">
      <dgm:prSet presAssocID="{1D474132-E20A-4FA0-B613-E32625FDA4D1}"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Irritant"/>
        </a:ext>
      </dgm:extLst>
    </dgm:pt>
    <dgm:pt modelId="{37750259-236A-4C48-8D5B-B875B3781E46}" type="pres">
      <dgm:prSet presAssocID="{1D474132-E20A-4FA0-B613-E32625FDA4D1}" presName="spaceRect" presStyleCnt="0"/>
      <dgm:spPr/>
    </dgm:pt>
    <dgm:pt modelId="{E732CE42-1DCB-4E51-B09D-1647D72D9E2E}" type="pres">
      <dgm:prSet presAssocID="{1D474132-E20A-4FA0-B613-E32625FDA4D1}" presName="parTx" presStyleLbl="revTx" presStyleIdx="4" presStyleCnt="8">
        <dgm:presLayoutVars>
          <dgm:chMax val="0"/>
          <dgm:chPref val="0"/>
        </dgm:presLayoutVars>
      </dgm:prSet>
      <dgm:spPr/>
    </dgm:pt>
    <dgm:pt modelId="{B8AF6064-FB29-4535-A8E4-97A095A2E98C}" type="pres">
      <dgm:prSet presAssocID="{52F2E1C7-637B-4942-823B-C3B103D97321}" presName="sibTrans" presStyleCnt="0"/>
      <dgm:spPr/>
    </dgm:pt>
    <dgm:pt modelId="{4EAE445F-5F71-4150-9629-232C2AB6A418}" type="pres">
      <dgm:prSet presAssocID="{FA4E0C45-3729-4A49-B588-0C8DD2A0042F}" presName="compNode" presStyleCnt="0"/>
      <dgm:spPr/>
    </dgm:pt>
    <dgm:pt modelId="{12C89042-34BC-4813-8B42-B72AF5AF6023}" type="pres">
      <dgm:prSet presAssocID="{FA4E0C45-3729-4A49-B588-0C8DD2A0042F}" presName="bgRect" presStyleLbl="bgShp" presStyleIdx="5" presStyleCnt="8"/>
      <dgm:spPr/>
    </dgm:pt>
    <dgm:pt modelId="{522AF5F4-9804-437F-918A-AE8C2F6B596A}" type="pres">
      <dgm:prSet presAssocID="{FA4E0C45-3729-4A49-B588-0C8DD2A0042F}"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ooks"/>
        </a:ext>
      </dgm:extLst>
    </dgm:pt>
    <dgm:pt modelId="{BFF714A1-41B3-480D-9F64-F7E7690731F0}" type="pres">
      <dgm:prSet presAssocID="{FA4E0C45-3729-4A49-B588-0C8DD2A0042F}" presName="spaceRect" presStyleCnt="0"/>
      <dgm:spPr/>
    </dgm:pt>
    <dgm:pt modelId="{B742E211-08F6-4C34-B093-466C1CC89EE5}" type="pres">
      <dgm:prSet presAssocID="{FA4E0C45-3729-4A49-B588-0C8DD2A0042F}" presName="parTx" presStyleLbl="revTx" presStyleIdx="5" presStyleCnt="8">
        <dgm:presLayoutVars>
          <dgm:chMax val="0"/>
          <dgm:chPref val="0"/>
        </dgm:presLayoutVars>
      </dgm:prSet>
      <dgm:spPr/>
    </dgm:pt>
    <dgm:pt modelId="{ABFCEEA8-97C3-4A13-9AFD-AEDBE0E9901E}" type="pres">
      <dgm:prSet presAssocID="{FBBF3C55-DB5B-4108-8CBC-C4E180E67DF8}" presName="sibTrans" presStyleCnt="0"/>
      <dgm:spPr/>
    </dgm:pt>
    <dgm:pt modelId="{66B1B8E2-75B8-4196-88B9-27C32C8C0880}" type="pres">
      <dgm:prSet presAssocID="{714CF322-0BD8-4254-8650-A5B9A50B66FF}" presName="compNode" presStyleCnt="0"/>
      <dgm:spPr/>
    </dgm:pt>
    <dgm:pt modelId="{EABE9539-64B1-49A1-8D5D-A3F0B23D2DC3}" type="pres">
      <dgm:prSet presAssocID="{714CF322-0BD8-4254-8650-A5B9A50B66FF}" presName="bgRect" presStyleLbl="bgShp" presStyleIdx="6" presStyleCnt="8"/>
      <dgm:spPr/>
    </dgm:pt>
    <dgm:pt modelId="{7081586E-138D-47FC-89F0-23F7577B3F47}" type="pres">
      <dgm:prSet presAssocID="{714CF322-0BD8-4254-8650-A5B9A50B66FF}"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Help"/>
        </a:ext>
      </dgm:extLst>
    </dgm:pt>
    <dgm:pt modelId="{FEF91871-AC8A-49F2-B5CD-B0913522F791}" type="pres">
      <dgm:prSet presAssocID="{714CF322-0BD8-4254-8650-A5B9A50B66FF}" presName="spaceRect" presStyleCnt="0"/>
      <dgm:spPr/>
    </dgm:pt>
    <dgm:pt modelId="{1994ABED-5990-4025-BB10-A6AB6E7565C4}" type="pres">
      <dgm:prSet presAssocID="{714CF322-0BD8-4254-8650-A5B9A50B66FF}" presName="parTx" presStyleLbl="revTx" presStyleIdx="6" presStyleCnt="8">
        <dgm:presLayoutVars>
          <dgm:chMax val="0"/>
          <dgm:chPref val="0"/>
        </dgm:presLayoutVars>
      </dgm:prSet>
      <dgm:spPr/>
    </dgm:pt>
    <dgm:pt modelId="{EB5C9F31-BCBC-4239-9A13-E63F4E122157}" type="pres">
      <dgm:prSet presAssocID="{A4D8F897-72CA-431C-BF2E-54CB5622CD1D}" presName="sibTrans" presStyleCnt="0"/>
      <dgm:spPr/>
    </dgm:pt>
    <dgm:pt modelId="{0EA0B4AC-283A-4DA3-BB6D-458CD39E6C16}" type="pres">
      <dgm:prSet presAssocID="{B4314738-061A-49DD-9132-8915A1BD7DEE}" presName="compNode" presStyleCnt="0"/>
      <dgm:spPr/>
    </dgm:pt>
    <dgm:pt modelId="{1D9E7AA0-C790-4413-A98D-06AC589FA273}" type="pres">
      <dgm:prSet presAssocID="{B4314738-061A-49DD-9132-8915A1BD7DEE}" presName="bgRect" presStyleLbl="bgShp" presStyleIdx="7" presStyleCnt="8"/>
      <dgm:spPr/>
    </dgm:pt>
    <dgm:pt modelId="{49851BAE-62C1-4623-A7CD-A85A47F48ECC}" type="pres">
      <dgm:prSet presAssocID="{B4314738-061A-49DD-9132-8915A1BD7DEE}"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Head with Gears"/>
        </a:ext>
      </dgm:extLst>
    </dgm:pt>
    <dgm:pt modelId="{E6EFFA5B-BFF5-45AA-AB3F-3987A2D556E0}" type="pres">
      <dgm:prSet presAssocID="{B4314738-061A-49DD-9132-8915A1BD7DEE}" presName="spaceRect" presStyleCnt="0"/>
      <dgm:spPr/>
    </dgm:pt>
    <dgm:pt modelId="{0FC1D915-365C-4503-BFEC-D11090A473AE}" type="pres">
      <dgm:prSet presAssocID="{B4314738-061A-49DD-9132-8915A1BD7DEE}" presName="parTx" presStyleLbl="revTx" presStyleIdx="7" presStyleCnt="8">
        <dgm:presLayoutVars>
          <dgm:chMax val="0"/>
          <dgm:chPref val="0"/>
        </dgm:presLayoutVars>
      </dgm:prSet>
      <dgm:spPr/>
    </dgm:pt>
  </dgm:ptLst>
  <dgm:cxnLst>
    <dgm:cxn modelId="{610F2C12-D38C-4497-9471-345EF02A6916}" srcId="{7B9A9D46-870E-46B2-AF80-24DEBB857210}" destId="{92178BF4-9D1F-4046-8870-B697F5257A69}" srcOrd="3" destOrd="0" parTransId="{FA81716E-1860-46AE-9015-212A8D3F7C8C}" sibTransId="{7D7284AA-B37F-44C0-B63F-2537BAA677B4}"/>
    <dgm:cxn modelId="{B25A7E13-015F-45A0-9400-91F388DEE20D}" srcId="{7B9A9D46-870E-46B2-AF80-24DEBB857210}" destId="{C61AAEBC-3887-4C60-BC85-33CFDC76EE93}" srcOrd="2" destOrd="0" parTransId="{66A8883D-5DE5-4039-AC88-8AB166DD447E}" sibTransId="{51F8FB62-187D-4A25-ACC9-548124E2E6BD}"/>
    <dgm:cxn modelId="{E35B3F30-8D96-476F-B33B-DA93C2EA4667}" type="presOf" srcId="{92178BF4-9D1F-4046-8870-B697F5257A69}" destId="{43230116-9A75-4D73-8E51-6351DCC0E4D5}" srcOrd="0" destOrd="0" presId="urn:microsoft.com/office/officeart/2018/2/layout/IconVerticalSolidList"/>
    <dgm:cxn modelId="{8704045B-584B-4709-B2AA-19FC323A4A04}" type="presOf" srcId="{1D474132-E20A-4FA0-B613-E32625FDA4D1}" destId="{E732CE42-1DCB-4E51-B09D-1647D72D9E2E}" srcOrd="0" destOrd="0" presId="urn:microsoft.com/office/officeart/2018/2/layout/IconVerticalSolidList"/>
    <dgm:cxn modelId="{8E209B42-3F6E-4C48-86F0-4CF957FED1B8}" srcId="{7B9A9D46-870E-46B2-AF80-24DEBB857210}" destId="{3247CE8A-9EDC-4E5A-8674-F713E844B429}" srcOrd="0" destOrd="0" parTransId="{7A1619AA-3465-4F0E-839B-ADE3D200134E}" sibTransId="{F6982C50-0ABC-4819-9FBD-1059208D8C59}"/>
    <dgm:cxn modelId="{4589AB45-8039-406A-9792-80D348A307C2}" type="presOf" srcId="{FA4E0C45-3729-4A49-B588-0C8DD2A0042F}" destId="{B742E211-08F6-4C34-B093-466C1CC89EE5}" srcOrd="0" destOrd="0" presId="urn:microsoft.com/office/officeart/2018/2/layout/IconVerticalSolidList"/>
    <dgm:cxn modelId="{7725976C-64D0-4417-8D31-E465C05A1728}" type="presOf" srcId="{714CF322-0BD8-4254-8650-A5B9A50B66FF}" destId="{1994ABED-5990-4025-BB10-A6AB6E7565C4}" srcOrd="0" destOrd="0" presId="urn:microsoft.com/office/officeart/2018/2/layout/IconVerticalSolidList"/>
    <dgm:cxn modelId="{D51A234F-B451-46FD-A85E-69D6B68F00D0}" srcId="{7B9A9D46-870E-46B2-AF80-24DEBB857210}" destId="{FA4E0C45-3729-4A49-B588-0C8DD2A0042F}" srcOrd="5" destOrd="0" parTransId="{806D53D9-606B-46F5-A959-A813B5FA9D2A}" sibTransId="{FBBF3C55-DB5B-4108-8CBC-C4E180E67DF8}"/>
    <dgm:cxn modelId="{3D0FB955-098E-4B23-A7AC-110AFF0BCEDD}" type="presOf" srcId="{F0211659-1E8E-4210-BCCF-B93608DFF204}" destId="{42E0AB88-A3CC-4B74-8612-08D1873B5AC1}" srcOrd="0" destOrd="0" presId="urn:microsoft.com/office/officeart/2018/2/layout/IconVerticalSolidList"/>
    <dgm:cxn modelId="{1DDA7D7E-D10D-480B-8633-0ED186963A86}" srcId="{7B9A9D46-870E-46B2-AF80-24DEBB857210}" destId="{F0211659-1E8E-4210-BCCF-B93608DFF204}" srcOrd="1" destOrd="0" parTransId="{440751DA-7553-4EC1-914D-9C188A1A52F3}" sibTransId="{36FC0D41-29C1-4C16-A463-02E962521FC3}"/>
    <dgm:cxn modelId="{FEB6F5A2-ACC6-43A0-9E62-A0C8B0C05654}" srcId="{7B9A9D46-870E-46B2-AF80-24DEBB857210}" destId="{B4314738-061A-49DD-9132-8915A1BD7DEE}" srcOrd="7" destOrd="0" parTransId="{9D8BAB56-5581-46F7-87AC-2B647824C8BB}" sibTransId="{3444662C-36D7-4D1E-80A4-A2429873D343}"/>
    <dgm:cxn modelId="{08F7CDAE-A167-48A1-8B8A-720B8A16C1CA}" srcId="{7B9A9D46-870E-46B2-AF80-24DEBB857210}" destId="{714CF322-0BD8-4254-8650-A5B9A50B66FF}" srcOrd="6" destOrd="0" parTransId="{9C23F29B-7B63-416A-9DE2-083CB3730D42}" sibTransId="{A4D8F897-72CA-431C-BF2E-54CB5622CD1D}"/>
    <dgm:cxn modelId="{3EDD1CC5-07A5-425D-A664-CCDB08AE2288}" type="presOf" srcId="{B4314738-061A-49DD-9132-8915A1BD7DEE}" destId="{0FC1D915-365C-4503-BFEC-D11090A473AE}" srcOrd="0" destOrd="0" presId="urn:microsoft.com/office/officeart/2018/2/layout/IconVerticalSolidList"/>
    <dgm:cxn modelId="{72247CC8-C0F0-43E8-9F6D-170864921364}" srcId="{7B9A9D46-870E-46B2-AF80-24DEBB857210}" destId="{1D474132-E20A-4FA0-B613-E32625FDA4D1}" srcOrd="4" destOrd="0" parTransId="{BCFC0018-1C01-4230-A870-F2C1D4831F34}" sibTransId="{52F2E1C7-637B-4942-823B-C3B103D97321}"/>
    <dgm:cxn modelId="{6EE4F0DC-08EB-4F75-AD95-2D8F229E5D76}" type="presOf" srcId="{C61AAEBC-3887-4C60-BC85-33CFDC76EE93}" destId="{5CC91183-47FD-42AE-92EB-913013119609}" srcOrd="0" destOrd="0" presId="urn:microsoft.com/office/officeart/2018/2/layout/IconVerticalSolidList"/>
    <dgm:cxn modelId="{7721D2EB-89D3-4B38-9B33-06808B6EE077}" type="presOf" srcId="{7B9A9D46-870E-46B2-AF80-24DEBB857210}" destId="{8B18834A-5921-4202-ABEE-7F9DCEF0043C}" srcOrd="0" destOrd="0" presId="urn:microsoft.com/office/officeart/2018/2/layout/IconVerticalSolidList"/>
    <dgm:cxn modelId="{AA773FFA-A42B-4F3B-B4E7-72B27BB54564}" type="presOf" srcId="{3247CE8A-9EDC-4E5A-8674-F713E844B429}" destId="{FAFC643F-6953-47CB-AD75-6F37F2E4D2F2}" srcOrd="0" destOrd="0" presId="urn:microsoft.com/office/officeart/2018/2/layout/IconVerticalSolidList"/>
    <dgm:cxn modelId="{0B790778-EB06-45ED-8AFC-35333152F4C7}" type="presParOf" srcId="{8B18834A-5921-4202-ABEE-7F9DCEF0043C}" destId="{8BFBC542-36B7-4B13-9171-CC782CAE692A}" srcOrd="0" destOrd="0" presId="urn:microsoft.com/office/officeart/2018/2/layout/IconVerticalSolidList"/>
    <dgm:cxn modelId="{E8A6DE6E-D532-4094-B068-6B1358441F84}" type="presParOf" srcId="{8BFBC542-36B7-4B13-9171-CC782CAE692A}" destId="{82731101-1101-42C4-81F8-19940003CE22}" srcOrd="0" destOrd="0" presId="urn:microsoft.com/office/officeart/2018/2/layout/IconVerticalSolidList"/>
    <dgm:cxn modelId="{763BB04F-7A03-4519-9177-D543BC3ADFB1}" type="presParOf" srcId="{8BFBC542-36B7-4B13-9171-CC782CAE692A}" destId="{66055655-57F2-4475-BA5D-F7CEF685F391}" srcOrd="1" destOrd="0" presId="urn:microsoft.com/office/officeart/2018/2/layout/IconVerticalSolidList"/>
    <dgm:cxn modelId="{A11A93A1-7A49-4128-849D-6A5D62C98402}" type="presParOf" srcId="{8BFBC542-36B7-4B13-9171-CC782CAE692A}" destId="{C45334BA-038B-4F75-81F5-491869BB3924}" srcOrd="2" destOrd="0" presId="urn:microsoft.com/office/officeart/2018/2/layout/IconVerticalSolidList"/>
    <dgm:cxn modelId="{BA5070B2-1DBD-4B05-8CB2-C60B55CA7B0B}" type="presParOf" srcId="{8BFBC542-36B7-4B13-9171-CC782CAE692A}" destId="{FAFC643F-6953-47CB-AD75-6F37F2E4D2F2}" srcOrd="3" destOrd="0" presId="urn:microsoft.com/office/officeart/2018/2/layout/IconVerticalSolidList"/>
    <dgm:cxn modelId="{7928EAC2-B0A3-423C-9FDA-DE238AE12C68}" type="presParOf" srcId="{8B18834A-5921-4202-ABEE-7F9DCEF0043C}" destId="{7026F257-103F-429A-8293-8B2D1925C461}" srcOrd="1" destOrd="0" presId="urn:microsoft.com/office/officeart/2018/2/layout/IconVerticalSolidList"/>
    <dgm:cxn modelId="{2E775BA8-FA1B-4942-B746-6E494C6DF183}" type="presParOf" srcId="{8B18834A-5921-4202-ABEE-7F9DCEF0043C}" destId="{4337AB63-448A-4EB4-AA42-2597090E8AE0}" srcOrd="2" destOrd="0" presId="urn:microsoft.com/office/officeart/2018/2/layout/IconVerticalSolidList"/>
    <dgm:cxn modelId="{AEB71A31-A719-45BD-AE30-82094FC61673}" type="presParOf" srcId="{4337AB63-448A-4EB4-AA42-2597090E8AE0}" destId="{42BD9C71-88EE-4E8B-BBBF-B59CDFF2C0E3}" srcOrd="0" destOrd="0" presId="urn:microsoft.com/office/officeart/2018/2/layout/IconVerticalSolidList"/>
    <dgm:cxn modelId="{CBABF20F-BD95-476B-97A2-F3D89F985DE0}" type="presParOf" srcId="{4337AB63-448A-4EB4-AA42-2597090E8AE0}" destId="{7B377967-0F07-49D2-B294-19B3C1296140}" srcOrd="1" destOrd="0" presId="urn:microsoft.com/office/officeart/2018/2/layout/IconVerticalSolidList"/>
    <dgm:cxn modelId="{9D9CC31A-3B65-436A-88CF-7166E6EFC61A}" type="presParOf" srcId="{4337AB63-448A-4EB4-AA42-2597090E8AE0}" destId="{B4D194A5-A3B4-4740-8448-F5B46E6BBF40}" srcOrd="2" destOrd="0" presId="urn:microsoft.com/office/officeart/2018/2/layout/IconVerticalSolidList"/>
    <dgm:cxn modelId="{25F92BC8-51E9-4577-BE2C-7CA003186123}" type="presParOf" srcId="{4337AB63-448A-4EB4-AA42-2597090E8AE0}" destId="{42E0AB88-A3CC-4B74-8612-08D1873B5AC1}" srcOrd="3" destOrd="0" presId="urn:microsoft.com/office/officeart/2018/2/layout/IconVerticalSolidList"/>
    <dgm:cxn modelId="{B1F00751-0535-471B-9E71-01E6BBF00266}" type="presParOf" srcId="{8B18834A-5921-4202-ABEE-7F9DCEF0043C}" destId="{0F590110-21E0-478C-8E89-18585832F64F}" srcOrd="3" destOrd="0" presId="urn:microsoft.com/office/officeart/2018/2/layout/IconVerticalSolidList"/>
    <dgm:cxn modelId="{10CA0383-11AA-43A9-BFC1-852B9E1B0917}" type="presParOf" srcId="{8B18834A-5921-4202-ABEE-7F9DCEF0043C}" destId="{57DF674D-32BC-49D2-9806-F3E57A33B379}" srcOrd="4" destOrd="0" presId="urn:microsoft.com/office/officeart/2018/2/layout/IconVerticalSolidList"/>
    <dgm:cxn modelId="{F376C810-7B36-4C9D-8EE7-94E278304B77}" type="presParOf" srcId="{57DF674D-32BC-49D2-9806-F3E57A33B379}" destId="{7A854354-66B2-45C3-AA24-8CA7CDCBA42B}" srcOrd="0" destOrd="0" presId="urn:microsoft.com/office/officeart/2018/2/layout/IconVerticalSolidList"/>
    <dgm:cxn modelId="{200F06E3-C189-49C2-996E-D86C035C3FFE}" type="presParOf" srcId="{57DF674D-32BC-49D2-9806-F3E57A33B379}" destId="{0AD61DD2-AC01-41A9-BA55-09ABD46FE96D}" srcOrd="1" destOrd="0" presId="urn:microsoft.com/office/officeart/2018/2/layout/IconVerticalSolidList"/>
    <dgm:cxn modelId="{D103A235-2B0E-4551-908B-E3844C05CC02}" type="presParOf" srcId="{57DF674D-32BC-49D2-9806-F3E57A33B379}" destId="{B863B3C4-5754-4F16-9A65-FC4EB2BB7B98}" srcOrd="2" destOrd="0" presId="urn:microsoft.com/office/officeart/2018/2/layout/IconVerticalSolidList"/>
    <dgm:cxn modelId="{15E2274A-DCE1-4366-899D-53D318EB2473}" type="presParOf" srcId="{57DF674D-32BC-49D2-9806-F3E57A33B379}" destId="{5CC91183-47FD-42AE-92EB-913013119609}" srcOrd="3" destOrd="0" presId="urn:microsoft.com/office/officeart/2018/2/layout/IconVerticalSolidList"/>
    <dgm:cxn modelId="{FB851A89-C582-419B-8039-D741BD8867B3}" type="presParOf" srcId="{8B18834A-5921-4202-ABEE-7F9DCEF0043C}" destId="{6E93F8EA-8C33-4415-8729-2059AD8E70D6}" srcOrd="5" destOrd="0" presId="urn:microsoft.com/office/officeart/2018/2/layout/IconVerticalSolidList"/>
    <dgm:cxn modelId="{C435105B-D014-4E1C-8CC0-9FD984860929}" type="presParOf" srcId="{8B18834A-5921-4202-ABEE-7F9DCEF0043C}" destId="{A30CB54C-23DF-48D9-A383-3ABF804B7242}" srcOrd="6" destOrd="0" presId="urn:microsoft.com/office/officeart/2018/2/layout/IconVerticalSolidList"/>
    <dgm:cxn modelId="{993BE4D3-8187-4309-BD4B-7D5D08F4CD26}" type="presParOf" srcId="{A30CB54C-23DF-48D9-A383-3ABF804B7242}" destId="{B57034DD-EC5B-4916-8197-43857E2D86A5}" srcOrd="0" destOrd="0" presId="urn:microsoft.com/office/officeart/2018/2/layout/IconVerticalSolidList"/>
    <dgm:cxn modelId="{C2A2CDC5-E82D-4731-A3A7-B7B1BC1D334B}" type="presParOf" srcId="{A30CB54C-23DF-48D9-A383-3ABF804B7242}" destId="{9973CDD7-F792-4428-A4C7-7F6E59203B45}" srcOrd="1" destOrd="0" presId="urn:microsoft.com/office/officeart/2018/2/layout/IconVerticalSolidList"/>
    <dgm:cxn modelId="{B134284F-C0A8-4F1A-B0D7-C64F5F5AB0B8}" type="presParOf" srcId="{A30CB54C-23DF-48D9-A383-3ABF804B7242}" destId="{AF60FC23-CF79-43CF-9458-7C5918C4A869}" srcOrd="2" destOrd="0" presId="urn:microsoft.com/office/officeart/2018/2/layout/IconVerticalSolidList"/>
    <dgm:cxn modelId="{E78154DA-911E-4D1B-BE2A-0C4E9979CA90}" type="presParOf" srcId="{A30CB54C-23DF-48D9-A383-3ABF804B7242}" destId="{43230116-9A75-4D73-8E51-6351DCC0E4D5}" srcOrd="3" destOrd="0" presId="urn:microsoft.com/office/officeart/2018/2/layout/IconVerticalSolidList"/>
    <dgm:cxn modelId="{3748C3C0-3339-4BA9-984B-3BB06798DAF0}" type="presParOf" srcId="{8B18834A-5921-4202-ABEE-7F9DCEF0043C}" destId="{D6975B61-AC85-4680-AA21-B835BCDE7969}" srcOrd="7" destOrd="0" presId="urn:microsoft.com/office/officeart/2018/2/layout/IconVerticalSolidList"/>
    <dgm:cxn modelId="{3C3C316A-9A61-4B5C-90D6-D2A00884D31F}" type="presParOf" srcId="{8B18834A-5921-4202-ABEE-7F9DCEF0043C}" destId="{D1FC89D2-F071-4DB8-8CE5-FDD266A4E7EA}" srcOrd="8" destOrd="0" presId="urn:microsoft.com/office/officeart/2018/2/layout/IconVerticalSolidList"/>
    <dgm:cxn modelId="{A81C4174-371E-47E2-B360-9F9C016838C1}" type="presParOf" srcId="{D1FC89D2-F071-4DB8-8CE5-FDD266A4E7EA}" destId="{CFB79B85-A089-454F-AB2D-9CDBE2F9F4F4}" srcOrd="0" destOrd="0" presId="urn:microsoft.com/office/officeart/2018/2/layout/IconVerticalSolidList"/>
    <dgm:cxn modelId="{FD1A4ECA-5FFD-4803-A373-55DFA53EDE5F}" type="presParOf" srcId="{D1FC89D2-F071-4DB8-8CE5-FDD266A4E7EA}" destId="{65185095-DD4E-4660-8C3D-4F16A57E0CBE}" srcOrd="1" destOrd="0" presId="urn:microsoft.com/office/officeart/2018/2/layout/IconVerticalSolidList"/>
    <dgm:cxn modelId="{91DEB985-E1FD-488D-BE11-786538B64762}" type="presParOf" srcId="{D1FC89D2-F071-4DB8-8CE5-FDD266A4E7EA}" destId="{37750259-236A-4C48-8D5B-B875B3781E46}" srcOrd="2" destOrd="0" presId="urn:microsoft.com/office/officeart/2018/2/layout/IconVerticalSolidList"/>
    <dgm:cxn modelId="{FD1A7E43-07DC-45C4-993C-650C92ADEFFD}" type="presParOf" srcId="{D1FC89D2-F071-4DB8-8CE5-FDD266A4E7EA}" destId="{E732CE42-1DCB-4E51-B09D-1647D72D9E2E}" srcOrd="3" destOrd="0" presId="urn:microsoft.com/office/officeart/2018/2/layout/IconVerticalSolidList"/>
    <dgm:cxn modelId="{92D86662-5A6A-418D-9960-03E821C8F8AE}" type="presParOf" srcId="{8B18834A-5921-4202-ABEE-7F9DCEF0043C}" destId="{B8AF6064-FB29-4535-A8E4-97A095A2E98C}" srcOrd="9" destOrd="0" presId="urn:microsoft.com/office/officeart/2018/2/layout/IconVerticalSolidList"/>
    <dgm:cxn modelId="{FD48EB79-BDCD-4BA1-B824-F9722AF3876E}" type="presParOf" srcId="{8B18834A-5921-4202-ABEE-7F9DCEF0043C}" destId="{4EAE445F-5F71-4150-9629-232C2AB6A418}" srcOrd="10" destOrd="0" presId="urn:microsoft.com/office/officeart/2018/2/layout/IconVerticalSolidList"/>
    <dgm:cxn modelId="{DAE39E96-472B-457C-9DCC-481EE79F211C}" type="presParOf" srcId="{4EAE445F-5F71-4150-9629-232C2AB6A418}" destId="{12C89042-34BC-4813-8B42-B72AF5AF6023}" srcOrd="0" destOrd="0" presId="urn:microsoft.com/office/officeart/2018/2/layout/IconVerticalSolidList"/>
    <dgm:cxn modelId="{87242991-2183-4FAA-B73C-5DAC5EE4D719}" type="presParOf" srcId="{4EAE445F-5F71-4150-9629-232C2AB6A418}" destId="{522AF5F4-9804-437F-918A-AE8C2F6B596A}" srcOrd="1" destOrd="0" presId="urn:microsoft.com/office/officeart/2018/2/layout/IconVerticalSolidList"/>
    <dgm:cxn modelId="{1A8C7D49-EBAC-46C4-A0FB-F1E45DB857A5}" type="presParOf" srcId="{4EAE445F-5F71-4150-9629-232C2AB6A418}" destId="{BFF714A1-41B3-480D-9F64-F7E7690731F0}" srcOrd="2" destOrd="0" presId="urn:microsoft.com/office/officeart/2018/2/layout/IconVerticalSolidList"/>
    <dgm:cxn modelId="{38CCC166-E94D-4FB2-9ADA-AFE79A466BB6}" type="presParOf" srcId="{4EAE445F-5F71-4150-9629-232C2AB6A418}" destId="{B742E211-08F6-4C34-B093-466C1CC89EE5}" srcOrd="3" destOrd="0" presId="urn:microsoft.com/office/officeart/2018/2/layout/IconVerticalSolidList"/>
    <dgm:cxn modelId="{E67DA14E-ED6D-4DBD-B51E-3A1BA5EA8670}" type="presParOf" srcId="{8B18834A-5921-4202-ABEE-7F9DCEF0043C}" destId="{ABFCEEA8-97C3-4A13-9AFD-AEDBE0E9901E}" srcOrd="11" destOrd="0" presId="urn:microsoft.com/office/officeart/2018/2/layout/IconVerticalSolidList"/>
    <dgm:cxn modelId="{ADA9B4D9-7FF6-4F29-8461-B2DAEDCA2578}" type="presParOf" srcId="{8B18834A-5921-4202-ABEE-7F9DCEF0043C}" destId="{66B1B8E2-75B8-4196-88B9-27C32C8C0880}" srcOrd="12" destOrd="0" presId="urn:microsoft.com/office/officeart/2018/2/layout/IconVerticalSolidList"/>
    <dgm:cxn modelId="{DE376700-43F5-41EC-9378-4845CD65AE64}" type="presParOf" srcId="{66B1B8E2-75B8-4196-88B9-27C32C8C0880}" destId="{EABE9539-64B1-49A1-8D5D-A3F0B23D2DC3}" srcOrd="0" destOrd="0" presId="urn:microsoft.com/office/officeart/2018/2/layout/IconVerticalSolidList"/>
    <dgm:cxn modelId="{99B32357-A72C-42B8-9F4E-B1B84921C731}" type="presParOf" srcId="{66B1B8E2-75B8-4196-88B9-27C32C8C0880}" destId="{7081586E-138D-47FC-89F0-23F7577B3F47}" srcOrd="1" destOrd="0" presId="urn:microsoft.com/office/officeart/2018/2/layout/IconVerticalSolidList"/>
    <dgm:cxn modelId="{B0864124-A4DC-4C52-812E-558B689D1390}" type="presParOf" srcId="{66B1B8E2-75B8-4196-88B9-27C32C8C0880}" destId="{FEF91871-AC8A-49F2-B5CD-B0913522F791}" srcOrd="2" destOrd="0" presId="urn:microsoft.com/office/officeart/2018/2/layout/IconVerticalSolidList"/>
    <dgm:cxn modelId="{2DFE0386-7BFD-4A82-B235-242771BC6777}" type="presParOf" srcId="{66B1B8E2-75B8-4196-88B9-27C32C8C0880}" destId="{1994ABED-5990-4025-BB10-A6AB6E7565C4}" srcOrd="3" destOrd="0" presId="urn:microsoft.com/office/officeart/2018/2/layout/IconVerticalSolidList"/>
    <dgm:cxn modelId="{0F1D2856-E400-478A-91A4-F5CBA583E049}" type="presParOf" srcId="{8B18834A-5921-4202-ABEE-7F9DCEF0043C}" destId="{EB5C9F31-BCBC-4239-9A13-E63F4E122157}" srcOrd="13" destOrd="0" presId="urn:microsoft.com/office/officeart/2018/2/layout/IconVerticalSolidList"/>
    <dgm:cxn modelId="{74F424DC-715D-433F-9806-A204C70F54AF}" type="presParOf" srcId="{8B18834A-5921-4202-ABEE-7F9DCEF0043C}" destId="{0EA0B4AC-283A-4DA3-BB6D-458CD39E6C16}" srcOrd="14" destOrd="0" presId="urn:microsoft.com/office/officeart/2018/2/layout/IconVerticalSolidList"/>
    <dgm:cxn modelId="{E53AE705-1C62-410A-9CAE-4C2427187B98}" type="presParOf" srcId="{0EA0B4AC-283A-4DA3-BB6D-458CD39E6C16}" destId="{1D9E7AA0-C790-4413-A98D-06AC589FA273}" srcOrd="0" destOrd="0" presId="urn:microsoft.com/office/officeart/2018/2/layout/IconVerticalSolidList"/>
    <dgm:cxn modelId="{D75EEC63-E480-412E-AEB4-BD59CBE2F275}" type="presParOf" srcId="{0EA0B4AC-283A-4DA3-BB6D-458CD39E6C16}" destId="{49851BAE-62C1-4623-A7CD-A85A47F48ECC}" srcOrd="1" destOrd="0" presId="urn:microsoft.com/office/officeart/2018/2/layout/IconVerticalSolidList"/>
    <dgm:cxn modelId="{F5670CF8-123D-4FCE-93D2-08B40DFDD4CA}" type="presParOf" srcId="{0EA0B4AC-283A-4DA3-BB6D-458CD39E6C16}" destId="{E6EFFA5B-BFF5-45AA-AB3F-3987A2D556E0}" srcOrd="2" destOrd="0" presId="urn:microsoft.com/office/officeart/2018/2/layout/IconVerticalSolidList"/>
    <dgm:cxn modelId="{8492E550-7EF4-4D49-9C05-2BA1300F056C}" type="presParOf" srcId="{0EA0B4AC-283A-4DA3-BB6D-458CD39E6C16}" destId="{0FC1D915-365C-4503-BFEC-D11090A473A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731101-1101-42C4-81F8-19940003CE22}">
      <dsp:nvSpPr>
        <dsp:cNvPr id="0" name=""/>
        <dsp:cNvSpPr/>
      </dsp:nvSpPr>
      <dsp:spPr>
        <a:xfrm>
          <a:off x="0" y="643"/>
          <a:ext cx="6212681" cy="5409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055655-57F2-4475-BA5D-F7CEF685F391}">
      <dsp:nvSpPr>
        <dsp:cNvPr id="0" name=""/>
        <dsp:cNvSpPr/>
      </dsp:nvSpPr>
      <dsp:spPr>
        <a:xfrm>
          <a:off x="163633" y="122355"/>
          <a:ext cx="297516" cy="2975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AFC643F-6953-47CB-AD75-6F37F2E4D2F2}">
      <dsp:nvSpPr>
        <dsp:cNvPr id="0" name=""/>
        <dsp:cNvSpPr/>
      </dsp:nvSpPr>
      <dsp:spPr>
        <a:xfrm>
          <a:off x="624783" y="643"/>
          <a:ext cx="5587897" cy="540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249" tIns="57249" rIns="57249" bIns="57249" numCol="1" spcCol="1270" anchor="ctr" anchorCtr="0">
          <a:noAutofit/>
        </a:bodyPr>
        <a:lstStyle/>
        <a:p>
          <a:pPr marL="0" lvl="0" indent="0" algn="l" defTabSz="889000">
            <a:lnSpc>
              <a:spcPct val="100000"/>
            </a:lnSpc>
            <a:spcBef>
              <a:spcPct val="0"/>
            </a:spcBef>
            <a:spcAft>
              <a:spcPct val="35000"/>
            </a:spcAft>
            <a:buNone/>
          </a:pPr>
          <a:r>
            <a:rPr lang="en-US" sz="2000" b="1" kern="1200"/>
            <a:t>Instructor Delivery</a:t>
          </a:r>
          <a:endParaRPr lang="en-US" sz="2000" kern="1200"/>
        </a:p>
      </dsp:txBody>
      <dsp:txXfrm>
        <a:off x="624783" y="643"/>
        <a:ext cx="5587897" cy="540938"/>
      </dsp:txXfrm>
    </dsp:sp>
    <dsp:sp modelId="{42BD9C71-88EE-4E8B-BBBF-B59CDFF2C0E3}">
      <dsp:nvSpPr>
        <dsp:cNvPr id="0" name=""/>
        <dsp:cNvSpPr/>
      </dsp:nvSpPr>
      <dsp:spPr>
        <a:xfrm>
          <a:off x="0" y="676816"/>
          <a:ext cx="6212681" cy="5409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377967-0F07-49D2-B294-19B3C1296140}">
      <dsp:nvSpPr>
        <dsp:cNvPr id="0" name=""/>
        <dsp:cNvSpPr/>
      </dsp:nvSpPr>
      <dsp:spPr>
        <a:xfrm>
          <a:off x="163633" y="798527"/>
          <a:ext cx="297516" cy="2975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E0AB88-A3CC-4B74-8612-08D1873B5AC1}">
      <dsp:nvSpPr>
        <dsp:cNvPr id="0" name=""/>
        <dsp:cNvSpPr/>
      </dsp:nvSpPr>
      <dsp:spPr>
        <a:xfrm>
          <a:off x="624783" y="676816"/>
          <a:ext cx="5587897" cy="540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249" tIns="57249" rIns="57249" bIns="57249" numCol="1" spcCol="1270" anchor="ctr" anchorCtr="0">
          <a:noAutofit/>
        </a:bodyPr>
        <a:lstStyle/>
        <a:p>
          <a:pPr marL="0" lvl="0" indent="0" algn="l" defTabSz="889000">
            <a:lnSpc>
              <a:spcPct val="100000"/>
            </a:lnSpc>
            <a:spcBef>
              <a:spcPct val="0"/>
            </a:spcBef>
            <a:spcAft>
              <a:spcPct val="35000"/>
            </a:spcAft>
            <a:buNone/>
          </a:pPr>
          <a:r>
            <a:rPr lang="en-CA" sz="2000" b="1" kern="1200"/>
            <a:t>Grading Expectations &amp; Feedback</a:t>
          </a:r>
          <a:endParaRPr lang="en-US" sz="2000" kern="1200"/>
        </a:p>
      </dsp:txBody>
      <dsp:txXfrm>
        <a:off x="624783" y="676816"/>
        <a:ext cx="5587897" cy="540938"/>
      </dsp:txXfrm>
    </dsp:sp>
    <dsp:sp modelId="{7A854354-66B2-45C3-AA24-8CA7CDCBA42B}">
      <dsp:nvSpPr>
        <dsp:cNvPr id="0" name=""/>
        <dsp:cNvSpPr/>
      </dsp:nvSpPr>
      <dsp:spPr>
        <a:xfrm>
          <a:off x="0" y="1352989"/>
          <a:ext cx="6212681" cy="5409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D61DD2-AC01-41A9-BA55-09ABD46FE96D}">
      <dsp:nvSpPr>
        <dsp:cNvPr id="0" name=""/>
        <dsp:cNvSpPr/>
      </dsp:nvSpPr>
      <dsp:spPr>
        <a:xfrm>
          <a:off x="163633" y="1474700"/>
          <a:ext cx="297516" cy="2975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CC91183-47FD-42AE-92EB-913013119609}">
      <dsp:nvSpPr>
        <dsp:cNvPr id="0" name=""/>
        <dsp:cNvSpPr/>
      </dsp:nvSpPr>
      <dsp:spPr>
        <a:xfrm>
          <a:off x="624783" y="1352989"/>
          <a:ext cx="5587897" cy="540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249" tIns="57249" rIns="57249" bIns="57249" numCol="1" spcCol="1270" anchor="ctr" anchorCtr="0">
          <a:noAutofit/>
        </a:bodyPr>
        <a:lstStyle/>
        <a:p>
          <a:pPr marL="0" lvl="0" indent="0" algn="l" defTabSz="889000">
            <a:lnSpc>
              <a:spcPct val="100000"/>
            </a:lnSpc>
            <a:spcBef>
              <a:spcPct val="0"/>
            </a:spcBef>
            <a:spcAft>
              <a:spcPct val="35000"/>
            </a:spcAft>
            <a:buNone/>
          </a:pPr>
          <a:r>
            <a:rPr lang="en-CA" sz="2000" b="1" kern="1200"/>
            <a:t>Positive Learning Environment</a:t>
          </a:r>
          <a:endParaRPr lang="en-US" sz="2000" kern="1200"/>
        </a:p>
      </dsp:txBody>
      <dsp:txXfrm>
        <a:off x="624783" y="1352989"/>
        <a:ext cx="5587897" cy="540938"/>
      </dsp:txXfrm>
    </dsp:sp>
    <dsp:sp modelId="{B57034DD-EC5B-4916-8197-43857E2D86A5}">
      <dsp:nvSpPr>
        <dsp:cNvPr id="0" name=""/>
        <dsp:cNvSpPr/>
      </dsp:nvSpPr>
      <dsp:spPr>
        <a:xfrm>
          <a:off x="0" y="2002413"/>
          <a:ext cx="6212681" cy="5409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73CDD7-F792-4428-A4C7-7F6E59203B45}">
      <dsp:nvSpPr>
        <dsp:cNvPr id="0" name=""/>
        <dsp:cNvSpPr/>
      </dsp:nvSpPr>
      <dsp:spPr>
        <a:xfrm>
          <a:off x="163633" y="2150873"/>
          <a:ext cx="297516" cy="2975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230116-9A75-4D73-8E51-6351DCC0E4D5}">
      <dsp:nvSpPr>
        <dsp:cNvPr id="0" name=""/>
        <dsp:cNvSpPr/>
      </dsp:nvSpPr>
      <dsp:spPr>
        <a:xfrm>
          <a:off x="624783" y="2029162"/>
          <a:ext cx="5587897" cy="540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249" tIns="57249" rIns="57249" bIns="57249" numCol="1" spcCol="1270" anchor="ctr" anchorCtr="0">
          <a:noAutofit/>
        </a:bodyPr>
        <a:lstStyle/>
        <a:p>
          <a:pPr marL="0" lvl="0" indent="0" algn="l" defTabSz="889000">
            <a:lnSpc>
              <a:spcPct val="100000"/>
            </a:lnSpc>
            <a:spcBef>
              <a:spcPct val="0"/>
            </a:spcBef>
            <a:spcAft>
              <a:spcPct val="35000"/>
            </a:spcAft>
            <a:buNone/>
          </a:pPr>
          <a:r>
            <a:rPr lang="en-CA" sz="2000" b="1" kern="1200"/>
            <a:t>Facilitation of Learning</a:t>
          </a:r>
          <a:endParaRPr lang="en-US" sz="2000" kern="1200"/>
        </a:p>
      </dsp:txBody>
      <dsp:txXfrm>
        <a:off x="624783" y="2029162"/>
        <a:ext cx="5587897" cy="540938"/>
      </dsp:txXfrm>
    </dsp:sp>
    <dsp:sp modelId="{CFB79B85-A089-454F-AB2D-9CDBE2F9F4F4}">
      <dsp:nvSpPr>
        <dsp:cNvPr id="0" name=""/>
        <dsp:cNvSpPr/>
      </dsp:nvSpPr>
      <dsp:spPr>
        <a:xfrm>
          <a:off x="0" y="2705335"/>
          <a:ext cx="6212681" cy="5409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185095-DD4E-4660-8C3D-4F16A57E0CBE}">
      <dsp:nvSpPr>
        <dsp:cNvPr id="0" name=""/>
        <dsp:cNvSpPr/>
      </dsp:nvSpPr>
      <dsp:spPr>
        <a:xfrm>
          <a:off x="163633" y="2827046"/>
          <a:ext cx="297516" cy="29751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32CE42-1DCB-4E51-B09D-1647D72D9E2E}">
      <dsp:nvSpPr>
        <dsp:cNvPr id="0" name=""/>
        <dsp:cNvSpPr/>
      </dsp:nvSpPr>
      <dsp:spPr>
        <a:xfrm>
          <a:off x="624783" y="2705335"/>
          <a:ext cx="5587897" cy="540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249" tIns="57249" rIns="57249" bIns="57249" numCol="1" spcCol="1270" anchor="ctr" anchorCtr="0">
          <a:noAutofit/>
        </a:bodyPr>
        <a:lstStyle/>
        <a:p>
          <a:pPr marL="0" lvl="0" indent="0" algn="l" defTabSz="889000">
            <a:lnSpc>
              <a:spcPct val="100000"/>
            </a:lnSpc>
            <a:spcBef>
              <a:spcPct val="0"/>
            </a:spcBef>
            <a:spcAft>
              <a:spcPct val="35000"/>
            </a:spcAft>
            <a:buNone/>
          </a:pPr>
          <a:r>
            <a:rPr lang="en-CA" sz="2000" b="1" kern="1200"/>
            <a:t>Workload &amp; Difficulty</a:t>
          </a:r>
          <a:endParaRPr lang="en-US" sz="2000" kern="1200"/>
        </a:p>
      </dsp:txBody>
      <dsp:txXfrm>
        <a:off x="624783" y="2705335"/>
        <a:ext cx="5587897" cy="540938"/>
      </dsp:txXfrm>
    </dsp:sp>
    <dsp:sp modelId="{12C89042-34BC-4813-8B42-B72AF5AF6023}">
      <dsp:nvSpPr>
        <dsp:cNvPr id="0" name=""/>
        <dsp:cNvSpPr/>
      </dsp:nvSpPr>
      <dsp:spPr>
        <a:xfrm>
          <a:off x="0" y="3381508"/>
          <a:ext cx="6212681" cy="5409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2AF5F4-9804-437F-918A-AE8C2F6B596A}">
      <dsp:nvSpPr>
        <dsp:cNvPr id="0" name=""/>
        <dsp:cNvSpPr/>
      </dsp:nvSpPr>
      <dsp:spPr>
        <a:xfrm>
          <a:off x="163633" y="3503219"/>
          <a:ext cx="297516" cy="29751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42E211-08F6-4C34-B093-466C1CC89EE5}">
      <dsp:nvSpPr>
        <dsp:cNvPr id="0" name=""/>
        <dsp:cNvSpPr/>
      </dsp:nvSpPr>
      <dsp:spPr>
        <a:xfrm>
          <a:off x="624783" y="3381508"/>
          <a:ext cx="5587897" cy="540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249" tIns="57249" rIns="57249" bIns="57249" numCol="1" spcCol="1270" anchor="ctr" anchorCtr="0">
          <a:noAutofit/>
        </a:bodyPr>
        <a:lstStyle/>
        <a:p>
          <a:pPr marL="0" lvl="0" indent="0" algn="l" defTabSz="889000">
            <a:lnSpc>
              <a:spcPct val="100000"/>
            </a:lnSpc>
            <a:spcBef>
              <a:spcPct val="0"/>
            </a:spcBef>
            <a:spcAft>
              <a:spcPct val="35000"/>
            </a:spcAft>
            <a:buNone/>
          </a:pPr>
          <a:r>
            <a:rPr lang="en-CA" sz="2000" b="1" kern="1200"/>
            <a:t>Student Motivation</a:t>
          </a:r>
          <a:endParaRPr lang="en-US" sz="2000" kern="1200"/>
        </a:p>
      </dsp:txBody>
      <dsp:txXfrm>
        <a:off x="624783" y="3381508"/>
        <a:ext cx="5587897" cy="540938"/>
      </dsp:txXfrm>
    </dsp:sp>
    <dsp:sp modelId="{EABE9539-64B1-49A1-8D5D-A3F0B23D2DC3}">
      <dsp:nvSpPr>
        <dsp:cNvPr id="0" name=""/>
        <dsp:cNvSpPr/>
      </dsp:nvSpPr>
      <dsp:spPr>
        <a:xfrm>
          <a:off x="0" y="4057680"/>
          <a:ext cx="6212681" cy="5409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81586E-138D-47FC-89F0-23F7577B3F47}">
      <dsp:nvSpPr>
        <dsp:cNvPr id="0" name=""/>
        <dsp:cNvSpPr/>
      </dsp:nvSpPr>
      <dsp:spPr>
        <a:xfrm>
          <a:off x="163633" y="4179392"/>
          <a:ext cx="297516" cy="297516"/>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94ABED-5990-4025-BB10-A6AB6E7565C4}">
      <dsp:nvSpPr>
        <dsp:cNvPr id="0" name=""/>
        <dsp:cNvSpPr/>
      </dsp:nvSpPr>
      <dsp:spPr>
        <a:xfrm>
          <a:off x="624783" y="4057680"/>
          <a:ext cx="5587897" cy="540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249" tIns="57249" rIns="57249" bIns="57249" numCol="1" spcCol="1270" anchor="ctr" anchorCtr="0">
          <a:noAutofit/>
        </a:bodyPr>
        <a:lstStyle/>
        <a:p>
          <a:pPr marL="0" lvl="0" indent="0" algn="l" defTabSz="889000">
            <a:lnSpc>
              <a:spcPct val="100000"/>
            </a:lnSpc>
            <a:spcBef>
              <a:spcPct val="0"/>
            </a:spcBef>
            <a:spcAft>
              <a:spcPct val="35000"/>
            </a:spcAft>
            <a:buNone/>
          </a:pPr>
          <a:r>
            <a:rPr lang="en-CA" sz="2000" b="1" kern="1200"/>
            <a:t>Global Questions</a:t>
          </a:r>
          <a:endParaRPr lang="en-US" sz="2000" kern="1200"/>
        </a:p>
      </dsp:txBody>
      <dsp:txXfrm>
        <a:off x="624783" y="4057680"/>
        <a:ext cx="5587897" cy="540938"/>
      </dsp:txXfrm>
    </dsp:sp>
    <dsp:sp modelId="{1D9E7AA0-C790-4413-A98D-06AC589FA273}">
      <dsp:nvSpPr>
        <dsp:cNvPr id="0" name=""/>
        <dsp:cNvSpPr/>
      </dsp:nvSpPr>
      <dsp:spPr>
        <a:xfrm>
          <a:off x="0" y="4733853"/>
          <a:ext cx="6212681" cy="5409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851BAE-62C1-4623-A7CD-A85A47F48ECC}">
      <dsp:nvSpPr>
        <dsp:cNvPr id="0" name=""/>
        <dsp:cNvSpPr/>
      </dsp:nvSpPr>
      <dsp:spPr>
        <a:xfrm>
          <a:off x="163633" y="4855564"/>
          <a:ext cx="297516" cy="297516"/>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C1D915-365C-4503-BFEC-D11090A473AE}">
      <dsp:nvSpPr>
        <dsp:cNvPr id="0" name=""/>
        <dsp:cNvSpPr/>
      </dsp:nvSpPr>
      <dsp:spPr>
        <a:xfrm>
          <a:off x="624783" y="4733853"/>
          <a:ext cx="5587897" cy="540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249" tIns="57249" rIns="57249" bIns="57249" numCol="1" spcCol="1270" anchor="ctr" anchorCtr="0">
          <a:noAutofit/>
        </a:bodyPr>
        <a:lstStyle/>
        <a:p>
          <a:pPr marL="0" lvl="0" indent="0" algn="l" defTabSz="889000">
            <a:lnSpc>
              <a:spcPct val="100000"/>
            </a:lnSpc>
            <a:spcBef>
              <a:spcPct val="0"/>
            </a:spcBef>
            <a:spcAft>
              <a:spcPct val="35000"/>
            </a:spcAft>
            <a:buNone/>
          </a:pPr>
          <a:r>
            <a:rPr lang="en-CA" sz="2000" b="1" kern="1200"/>
            <a:t>Student Learning Questions</a:t>
          </a:r>
          <a:endParaRPr lang="en-US" sz="2000" kern="1200"/>
        </a:p>
      </dsp:txBody>
      <dsp:txXfrm>
        <a:off x="624783" y="4733853"/>
        <a:ext cx="5587897" cy="54093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8275" y="0"/>
            <a:ext cx="3043238" cy="466725"/>
          </a:xfrm>
          <a:prstGeom prst="rect">
            <a:avLst/>
          </a:prstGeom>
        </p:spPr>
        <p:txBody>
          <a:bodyPr vert="horz" lIns="91440" tIns="45720" rIns="91440" bIns="45720" rtlCol="0"/>
          <a:lstStyle>
            <a:lvl1pPr algn="r">
              <a:defRPr sz="1200"/>
            </a:lvl1pPr>
          </a:lstStyle>
          <a:p>
            <a:fld id="{0B8005C9-5D99-7B4F-BEDB-AC4E595DD995}" type="datetimeFigureOut">
              <a:rPr lang="en-US" smtClean="0"/>
              <a:t>3/25/2024</a:t>
            </a:fld>
            <a:endParaRPr lang="en-US"/>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375"/>
            <a:ext cx="3043238"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8275" y="8842375"/>
            <a:ext cx="3043238" cy="466725"/>
          </a:xfrm>
          <a:prstGeom prst="rect">
            <a:avLst/>
          </a:prstGeom>
        </p:spPr>
        <p:txBody>
          <a:bodyPr vert="horz" lIns="91440" tIns="45720" rIns="91440" bIns="45720" rtlCol="0" anchor="b"/>
          <a:lstStyle>
            <a:lvl1pPr algn="r">
              <a:defRPr sz="1200"/>
            </a:lvl1pPr>
          </a:lstStyle>
          <a:p>
            <a:fld id="{5F2B3B73-5DF4-FC41-8DA0-1083CD59A8A0}" type="slidenum">
              <a:rPr lang="en-US" smtClean="0"/>
              <a:t>‹#›</a:t>
            </a:fld>
            <a:endParaRPr lang="en-US"/>
          </a:p>
        </p:txBody>
      </p:sp>
    </p:spTree>
    <p:extLst>
      <p:ext uri="{BB962C8B-B14F-4D97-AF65-F5344CB8AC3E}">
        <p14:creationId xmlns:p14="http://schemas.microsoft.com/office/powerpoint/2010/main" val="2747653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F2F6C2A8-8DF6-4B42-8277-2A7FB922301D}" type="slidenum">
              <a:rPr lang="en-CA" smtClean="0"/>
              <a:t>1</a:t>
            </a:fld>
            <a:endParaRPr lang="en-CA"/>
          </a:p>
        </p:txBody>
      </p:sp>
    </p:spTree>
    <p:extLst>
      <p:ext uri="{BB962C8B-B14F-4D97-AF65-F5344CB8AC3E}">
        <p14:creationId xmlns:p14="http://schemas.microsoft.com/office/powerpoint/2010/main" val="1469261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2F6C2A8-8DF6-4B42-8277-2A7FB922301D}" type="slidenum">
              <a:rPr lang="en-CA" smtClean="0"/>
              <a:t>2</a:t>
            </a:fld>
            <a:endParaRPr lang="en-CA"/>
          </a:p>
        </p:txBody>
      </p:sp>
    </p:spTree>
    <p:extLst>
      <p:ext uri="{BB962C8B-B14F-4D97-AF65-F5344CB8AC3E}">
        <p14:creationId xmlns:p14="http://schemas.microsoft.com/office/powerpoint/2010/main" val="1521932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There are a total of: </a:t>
            </a:r>
          </a:p>
          <a:p>
            <a:r>
              <a:rPr lang="en-US">
                <a:cs typeface="Calibri"/>
              </a:rPr>
              <a:t>25 course/instructor questions (the first 5 categories)</a:t>
            </a:r>
          </a:p>
          <a:p>
            <a:r>
              <a:rPr lang="en-US">
                <a:cs typeface="Calibri"/>
              </a:rPr>
              <a:t> 4 student motivation questions</a:t>
            </a:r>
          </a:p>
          <a:p>
            <a:r>
              <a:rPr lang="en-US">
                <a:cs typeface="Calibri"/>
              </a:rPr>
              <a:t>3 global questions </a:t>
            </a:r>
          </a:p>
          <a:p>
            <a:r>
              <a:rPr lang="en-US">
                <a:cs typeface="Calibri"/>
              </a:rPr>
              <a:t>5 student learning questions </a:t>
            </a:r>
          </a:p>
          <a:p>
            <a:endParaRPr lang="en-US">
              <a:cs typeface="Calibri"/>
            </a:endParaRPr>
          </a:p>
        </p:txBody>
      </p:sp>
      <p:sp>
        <p:nvSpPr>
          <p:cNvPr id="4" name="Slide Number Placeholder 3"/>
          <p:cNvSpPr>
            <a:spLocks noGrp="1"/>
          </p:cNvSpPr>
          <p:nvPr>
            <p:ph type="sldNum" sz="quarter" idx="5"/>
          </p:nvPr>
        </p:nvSpPr>
        <p:spPr/>
        <p:txBody>
          <a:bodyPr/>
          <a:lstStyle/>
          <a:p>
            <a:fld id="{F2F6C2A8-8DF6-4B42-8277-2A7FB922301D}" type="slidenum">
              <a:rPr lang="en-CA" smtClean="0"/>
              <a:t>4</a:t>
            </a:fld>
            <a:endParaRPr lang="en-CA"/>
          </a:p>
        </p:txBody>
      </p:sp>
    </p:spTree>
    <p:extLst>
      <p:ext uri="{BB962C8B-B14F-4D97-AF65-F5344CB8AC3E}">
        <p14:creationId xmlns:p14="http://schemas.microsoft.com/office/powerpoint/2010/main" val="1971714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Increasing Response Rates: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-Talk to students about how the information will be used and why it is important – many do not know why it is collected</a:t>
            </a:r>
          </a:p>
          <a:p>
            <a:r>
              <a:rPr lang="en-US"/>
              <a:t>-Let students know that you use feedback:</a:t>
            </a:r>
          </a:p>
          <a:p>
            <a:r>
              <a:rPr lang="en-US"/>
              <a:t>	- Near the beginning of your course, share feedback you received from previous classes and what you have done</a:t>
            </a:r>
          </a:p>
          <a:p>
            <a:r>
              <a:rPr lang="en-US"/>
              <a:t>	- Collect mid-way feedback, and share the summary with the class, then share what you are able to change, and what you cannot (and why) – seeing you read and respond to feedback tended to increase response rates on end of course feedback</a:t>
            </a:r>
          </a:p>
          <a:p>
            <a:r>
              <a:rPr lang="en-US"/>
              <a:t>- Send an email reminder to students about SPTs and invite students to bring devices so they can complete the form online in class</a:t>
            </a:r>
          </a:p>
          <a:p>
            <a:r>
              <a:rPr lang="en-US"/>
              <a:t>- Provide time at </a:t>
            </a:r>
            <a:r>
              <a:rPr lang="en-US" b="1"/>
              <a:t>the beginning of class to complete </a:t>
            </a:r>
            <a:r>
              <a:rPr lang="en-US" b="0"/>
              <a:t>during class time</a:t>
            </a:r>
            <a:endParaRPr lang="en-CA" b="0"/>
          </a:p>
        </p:txBody>
      </p:sp>
      <p:sp>
        <p:nvSpPr>
          <p:cNvPr id="4" name="Slide Number Placeholder 3"/>
          <p:cNvSpPr>
            <a:spLocks noGrp="1"/>
          </p:cNvSpPr>
          <p:nvPr>
            <p:ph type="sldNum" sz="quarter" idx="5"/>
          </p:nvPr>
        </p:nvSpPr>
        <p:spPr/>
        <p:txBody>
          <a:bodyPr/>
          <a:lstStyle/>
          <a:p>
            <a:fld id="{F2F6C2A8-8DF6-4B42-8277-2A7FB922301D}" type="slidenum">
              <a:rPr lang="en-CA" smtClean="0"/>
              <a:t>6</a:t>
            </a:fld>
            <a:endParaRPr lang="en-CA"/>
          </a:p>
        </p:txBody>
      </p:sp>
    </p:spTree>
    <p:extLst>
      <p:ext uri="{BB962C8B-B14F-4D97-AF65-F5344CB8AC3E}">
        <p14:creationId xmlns:p14="http://schemas.microsoft.com/office/powerpoint/2010/main" val="3071394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5F2B3B73-5DF4-FC41-8DA0-1083CD59A8A0}" type="slidenum">
              <a:rPr lang="en-US" smtClean="0"/>
              <a:t>7</a:t>
            </a:fld>
            <a:endParaRPr lang="en-US"/>
          </a:p>
        </p:txBody>
      </p:sp>
    </p:spTree>
    <p:extLst>
      <p:ext uri="{BB962C8B-B14F-4D97-AF65-F5344CB8AC3E}">
        <p14:creationId xmlns:p14="http://schemas.microsoft.com/office/powerpoint/2010/main" val="4011416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Roboto" panose="02000000000000000000" pitchFamily="2" charset="0"/>
              </a:rPr>
              <a:t>n the </a:t>
            </a:r>
            <a:r>
              <a:rPr lang="en-US" b="1" i="0" dirty="0">
                <a:solidFill>
                  <a:srgbClr val="000000"/>
                </a:solidFill>
                <a:effectLst/>
                <a:latin typeface="Roboto" panose="02000000000000000000" pitchFamily="2" charset="0"/>
              </a:rPr>
              <a:t>STUDENT PERCEPTION OF TEACHING</a:t>
            </a:r>
            <a:r>
              <a:rPr lang="en-US" b="0" i="0" dirty="0">
                <a:solidFill>
                  <a:srgbClr val="000000"/>
                </a:solidFill>
                <a:effectLst/>
                <a:latin typeface="Roboto" panose="02000000000000000000" pitchFamily="2" charset="0"/>
              </a:rPr>
              <a:t> box, click the </a:t>
            </a:r>
            <a:r>
              <a:rPr lang="en-US" b="1" i="0" dirty="0">
                <a:solidFill>
                  <a:srgbClr val="000000"/>
                </a:solidFill>
                <a:effectLst/>
                <a:latin typeface="Roboto" panose="02000000000000000000" pitchFamily="2" charset="0"/>
              </a:rPr>
              <a:t>Start</a:t>
            </a:r>
            <a:r>
              <a:rPr lang="en-US" b="0" i="0" dirty="0">
                <a:solidFill>
                  <a:srgbClr val="000000"/>
                </a:solidFill>
                <a:effectLst/>
                <a:latin typeface="Roboto" panose="02000000000000000000" pitchFamily="2" charset="0"/>
              </a:rPr>
              <a:t> button.  </a:t>
            </a:r>
            <a:r>
              <a:rPr lang="en-US" b="1" i="0" dirty="0">
                <a:solidFill>
                  <a:srgbClr val="E74C3C"/>
                </a:solidFill>
                <a:effectLst/>
                <a:latin typeface="Roboto" panose="02000000000000000000" pitchFamily="2" charset="0"/>
              </a:rPr>
              <a:t>Please note that the Start button is active during the </a:t>
            </a:r>
            <a:r>
              <a:rPr lang="en-US" b="1" i="0">
                <a:solidFill>
                  <a:srgbClr val="E74C3C"/>
                </a:solidFill>
                <a:effectLst/>
                <a:latin typeface="Roboto" panose="02000000000000000000" pitchFamily="2" charset="0"/>
              </a:rPr>
              <a:t>last two weeks </a:t>
            </a:r>
            <a:r>
              <a:rPr lang="en-US" b="1" i="0" dirty="0">
                <a:solidFill>
                  <a:srgbClr val="E74C3C"/>
                </a:solidFill>
                <a:effectLst/>
                <a:latin typeface="Roboto" panose="02000000000000000000" pitchFamily="2" charset="0"/>
              </a:rPr>
              <a:t>of classes only.</a:t>
            </a:r>
            <a:r>
              <a:rPr lang="en-US" b="0" i="0" dirty="0">
                <a:solidFill>
                  <a:srgbClr val="000000"/>
                </a:solidFill>
                <a:effectLst/>
                <a:latin typeface="Roboto" panose="02000000000000000000" pitchFamily="2" charset="0"/>
              </a:rPr>
              <a:t>  You will not be able to complete your course SPT prior to this time or once your term has completed.  SPTs will show UNAVAILABLE if they are not active.  </a:t>
            </a:r>
            <a:endParaRPr lang="en-CA" dirty="0"/>
          </a:p>
        </p:txBody>
      </p:sp>
      <p:sp>
        <p:nvSpPr>
          <p:cNvPr id="4" name="Slide Number Placeholder 3"/>
          <p:cNvSpPr>
            <a:spLocks noGrp="1"/>
          </p:cNvSpPr>
          <p:nvPr>
            <p:ph type="sldNum" sz="quarter" idx="5"/>
          </p:nvPr>
        </p:nvSpPr>
        <p:spPr/>
        <p:txBody>
          <a:bodyPr/>
          <a:lstStyle/>
          <a:p>
            <a:fld id="{5F2B3B73-5DF4-FC41-8DA0-1083CD59A8A0}" type="slidenum">
              <a:rPr lang="en-US" smtClean="0"/>
              <a:t>9</a:t>
            </a:fld>
            <a:endParaRPr lang="en-US"/>
          </a:p>
        </p:txBody>
      </p:sp>
    </p:spTree>
    <p:extLst>
      <p:ext uri="{BB962C8B-B14F-4D97-AF65-F5344CB8AC3E}">
        <p14:creationId xmlns:p14="http://schemas.microsoft.com/office/powerpoint/2010/main" val="553469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UWindsorPpt">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CA"/>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CA"/>
              <a:t>Click to edit Master subtitle style</a:t>
            </a:r>
            <a:endParaRPr lang="en-US"/>
          </a:p>
        </p:txBody>
      </p:sp>
    </p:spTree>
    <p:extLst>
      <p:ext uri="{BB962C8B-B14F-4D97-AF65-F5344CB8AC3E}">
        <p14:creationId xmlns:p14="http://schemas.microsoft.com/office/powerpoint/2010/main" val="360102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CA"/>
              <a:t>Click to edit Master title style</a:t>
            </a:r>
            <a:endParaRPr lang="en-US"/>
          </a:p>
        </p:txBody>
      </p:sp>
      <p:sp>
        <p:nvSpPr>
          <p:cNvPr id="3" name="Content Placeholder 2"/>
          <p:cNvSpPr>
            <a:spLocks noGrp="1"/>
          </p:cNvSpPr>
          <p:nvPr>
            <p:ph idx="1"/>
          </p:nvPr>
        </p:nvSpPr>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Tree>
    <p:extLst>
      <p:ext uri="{BB962C8B-B14F-4D97-AF65-F5344CB8AC3E}">
        <p14:creationId xmlns:p14="http://schemas.microsoft.com/office/powerpoint/2010/main" val="2196449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CA"/>
              <a:t>Click to edit Master text styles</a:t>
            </a:r>
          </a:p>
        </p:txBody>
      </p:sp>
    </p:spTree>
    <p:extLst>
      <p:ext uri="{BB962C8B-B14F-4D97-AF65-F5344CB8AC3E}">
        <p14:creationId xmlns:p14="http://schemas.microsoft.com/office/powerpoint/2010/main" val="3456837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Tree>
    <p:extLst>
      <p:ext uri="{BB962C8B-B14F-4D97-AF65-F5344CB8AC3E}">
        <p14:creationId xmlns:p14="http://schemas.microsoft.com/office/powerpoint/2010/main" val="3665625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CA"/>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Tree>
    <p:extLst>
      <p:ext uri="{BB962C8B-B14F-4D97-AF65-F5344CB8AC3E}">
        <p14:creationId xmlns:p14="http://schemas.microsoft.com/office/powerpoint/2010/main" val="3366807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Tree>
    <p:extLst>
      <p:ext uri="{BB962C8B-B14F-4D97-AF65-F5344CB8AC3E}">
        <p14:creationId xmlns:p14="http://schemas.microsoft.com/office/powerpoint/2010/main" val="1132827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1364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Tree>
    <p:extLst>
      <p:ext uri="{BB962C8B-B14F-4D97-AF65-F5344CB8AC3E}">
        <p14:creationId xmlns:p14="http://schemas.microsoft.com/office/powerpoint/2010/main" val="373567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Tree>
    <p:extLst>
      <p:ext uri="{BB962C8B-B14F-4D97-AF65-F5344CB8AC3E}">
        <p14:creationId xmlns:p14="http://schemas.microsoft.com/office/powerpoint/2010/main" val="246803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Tree>
    <p:extLst>
      <p:ext uri="{BB962C8B-B14F-4D97-AF65-F5344CB8AC3E}">
        <p14:creationId xmlns:p14="http://schemas.microsoft.com/office/powerpoint/2010/main" val="3231646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CA"/>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Tree>
    <p:extLst>
      <p:ext uri="{BB962C8B-B14F-4D97-AF65-F5344CB8AC3E}">
        <p14:creationId xmlns:p14="http://schemas.microsoft.com/office/powerpoint/2010/main" val="1510867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B12635C-B587-9543-A564-5FB8D5D1A4DC}"/>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21AA84D-D786-1846-B105-3D6871C390AA}"/>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6">
            <a:extLst>
              <a:ext uri="{FF2B5EF4-FFF2-40B4-BE49-F238E27FC236}">
                <a16:creationId xmlns:a16="http://schemas.microsoft.com/office/drawing/2014/main" id="{87B47D8D-7407-3140-AA92-0FD630DE9938}"/>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6200775"/>
            <a:ext cx="91440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a:extLst>
              <a:ext uri="{FF2B5EF4-FFF2-40B4-BE49-F238E27FC236}">
                <a16:creationId xmlns:a16="http://schemas.microsoft.com/office/drawing/2014/main" id="{1C6112B2-7420-F644-B756-A766C61495E8}"/>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323850" y="6269038"/>
            <a:ext cx="2301875"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ask.uwindsor.ca"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hyperlink" Target="https://can01.safelinks.protection.outlook.com/?url=https%3A%2F%2Fuwindsor.teamdynamix.com%2FTDClient%2F1975%2FPortal%2FRequests%2FServiceDet%3FID%3D53414&amp;data=05%7C01%7CA.Mullen%40uwindsor.ca%7C68dc331679bf41e69db308dbf4ffecbb%7C12f933b33d614b199a4d689021de8cc9%7C0%7C0%7C638373152240648032%7CUnknown%7CTWFpbGZsb3d8eyJWIjoiMC4wLjAwMDAiLCJQIjoiV2luMzIiLCJBTiI6Ik1haWwiLCJXVCI6Mn0%3D%7C3000%7C%7C%7C&amp;sdata=lyf8x7kFbHjHODvuSpHNGZS857RUb%2BAjPVrccsLYaps%3D&amp;reserved=0" TargetMode="External"/><Relationship Id="rId2" Type="http://schemas.openxmlformats.org/officeDocument/2006/relationships/hyperlink" Target="https://ask.uwindsor.ca/app/answers/detail/a_id/176/~/how-do-i-access-and-complete-online-student-perceptions-of-teaching-%28spt%29%3F" TargetMode="External"/><Relationship Id="rId1" Type="http://schemas.openxmlformats.org/officeDocument/2006/relationships/slideLayout" Target="../slideLayouts/slideLayout2.xml"/><Relationship Id="rId4" Type="http://schemas.openxmlformats.org/officeDocument/2006/relationships/hyperlink" Target="mailto:spt@uwindsor.c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3148-FC8A-4968-9364-C1D838AA4139}"/>
              </a:ext>
            </a:extLst>
          </p:cNvPr>
          <p:cNvSpPr>
            <a:spLocks noGrp="1"/>
          </p:cNvSpPr>
          <p:nvPr>
            <p:ph type="ctrTitle"/>
          </p:nvPr>
        </p:nvSpPr>
        <p:spPr>
          <a:xfrm>
            <a:off x="196770" y="1870787"/>
            <a:ext cx="8750460" cy="2017733"/>
          </a:xfrm>
        </p:spPr>
        <p:txBody>
          <a:bodyPr/>
          <a:lstStyle/>
          <a:p>
            <a:r>
              <a:rPr lang="en-US" sz="3600" b="1" dirty="0">
                <a:solidFill>
                  <a:srgbClr val="002060"/>
                </a:solidFill>
                <a:ea typeface="MS PGothic"/>
              </a:rPr>
              <a:t> </a:t>
            </a:r>
            <a:br>
              <a:rPr lang="en-US" sz="3200" b="1" dirty="0">
                <a:ea typeface="MS PGothic"/>
              </a:rPr>
            </a:br>
            <a:r>
              <a:rPr lang="en-US" sz="3600" b="1" dirty="0">
                <a:solidFill>
                  <a:srgbClr val="002060"/>
                </a:solidFill>
                <a:ea typeface="MS PGothic"/>
              </a:rPr>
              <a:t>Student Perceptions of Teaching </a:t>
            </a:r>
            <a:r>
              <a:rPr lang="en-US" sz="3200" b="1" dirty="0">
                <a:solidFill>
                  <a:srgbClr val="002060"/>
                </a:solidFill>
                <a:ea typeface="MS PGothic"/>
              </a:rPr>
              <a:t>(SPT)</a:t>
            </a:r>
            <a:br>
              <a:rPr lang="en-US" sz="3200" b="1" dirty="0"/>
            </a:br>
            <a:br>
              <a:rPr lang="en-US" sz="3200" b="1" dirty="0"/>
            </a:br>
            <a:br>
              <a:rPr lang="en-US" sz="3200" b="1" dirty="0">
                <a:latin typeface="Arial"/>
                <a:ea typeface="Calibri" panose="020F0502020204030204" pitchFamily="34" charset="0"/>
                <a:cs typeface="Arial"/>
              </a:rPr>
            </a:br>
            <a:br>
              <a:rPr lang="en-US" sz="3200" b="1" dirty="0"/>
            </a:br>
            <a:br>
              <a:rPr lang="en-US" sz="3200" b="1" dirty="0"/>
            </a:br>
            <a:endParaRPr lang="en-CA" sz="3200" b="1" dirty="0">
              <a:solidFill>
                <a:srgbClr val="002060"/>
              </a:solidFill>
            </a:endParaRPr>
          </a:p>
        </p:txBody>
      </p:sp>
      <p:sp>
        <p:nvSpPr>
          <p:cNvPr id="4" name="Slide Number Placeholder 3">
            <a:extLst>
              <a:ext uri="{FF2B5EF4-FFF2-40B4-BE49-F238E27FC236}">
                <a16:creationId xmlns:a16="http://schemas.microsoft.com/office/drawing/2014/main" id="{3B799CE1-DB70-4021-A83B-6277D73EADBC}"/>
              </a:ext>
            </a:extLst>
          </p:cNvPr>
          <p:cNvSpPr>
            <a:spLocks noGrp="1"/>
          </p:cNvSpPr>
          <p:nvPr>
            <p:ph type="sldNum" sz="quarter" idx="12"/>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8EB47EC-A34D-4B5D-9F3B-F45326193F13}" type="slidenum">
              <a:rPr lang="en-CA" smtClean="0"/>
              <a:pPr/>
              <a:t>1</a:t>
            </a:fld>
            <a:endParaRPr lang="en-CA"/>
          </a:p>
        </p:txBody>
      </p:sp>
      <p:sp>
        <p:nvSpPr>
          <p:cNvPr id="6" name="TextBox 5">
            <a:extLst>
              <a:ext uri="{FF2B5EF4-FFF2-40B4-BE49-F238E27FC236}">
                <a16:creationId xmlns:a16="http://schemas.microsoft.com/office/drawing/2014/main" id="{BA6E4593-FE5C-B0D3-54E6-3D35AA2CA53A}"/>
              </a:ext>
            </a:extLst>
          </p:cNvPr>
          <p:cNvSpPr txBox="1"/>
          <p:nvPr/>
        </p:nvSpPr>
        <p:spPr>
          <a:xfrm>
            <a:off x="4342573" y="5127171"/>
            <a:ext cx="4604657" cy="461665"/>
          </a:xfrm>
          <a:prstGeom prst="rect">
            <a:avLst/>
          </a:prstGeom>
          <a:noFill/>
        </p:spPr>
        <p:txBody>
          <a:bodyPr wrap="square" lIns="91440" tIns="45720" rIns="91440" bIns="45720" rtlCol="0" anchor="t">
            <a:spAutoFit/>
          </a:bodyPr>
          <a:lstStyle/>
          <a:p>
            <a:pPr algn="r"/>
            <a:r>
              <a:rPr lang="en-US" sz="2400" dirty="0">
                <a:cs typeface="Arial"/>
              </a:rPr>
              <a:t>March</a:t>
            </a:r>
            <a:r>
              <a:rPr lang="en-CA" sz="2400" dirty="0">
                <a:cs typeface="Arial"/>
              </a:rPr>
              <a:t> 2024</a:t>
            </a:r>
          </a:p>
        </p:txBody>
      </p:sp>
    </p:spTree>
    <p:extLst>
      <p:ext uri="{BB962C8B-B14F-4D97-AF65-F5344CB8AC3E}">
        <p14:creationId xmlns:p14="http://schemas.microsoft.com/office/powerpoint/2010/main" val="4033501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C110A-223B-8E39-87B5-AFF23E24736C}"/>
              </a:ext>
            </a:extLst>
          </p:cNvPr>
          <p:cNvSpPr>
            <a:spLocks noGrp="1"/>
          </p:cNvSpPr>
          <p:nvPr>
            <p:ph type="title"/>
          </p:nvPr>
        </p:nvSpPr>
        <p:spPr>
          <a:xfrm>
            <a:off x="457200" y="295729"/>
            <a:ext cx="8229600" cy="1143000"/>
          </a:xfrm>
        </p:spPr>
        <p:txBody>
          <a:bodyPr/>
          <a:lstStyle/>
          <a:p>
            <a:r>
              <a:rPr lang="en-US"/>
              <a:t>Purpose</a:t>
            </a:r>
            <a:endParaRPr lang="en-CA"/>
          </a:p>
        </p:txBody>
      </p:sp>
      <p:sp>
        <p:nvSpPr>
          <p:cNvPr id="3" name="Content Placeholder 2">
            <a:extLst>
              <a:ext uri="{FF2B5EF4-FFF2-40B4-BE49-F238E27FC236}">
                <a16:creationId xmlns:a16="http://schemas.microsoft.com/office/drawing/2014/main" id="{57D98363-FD1C-670C-23B1-212507DFE369}"/>
              </a:ext>
            </a:extLst>
          </p:cNvPr>
          <p:cNvSpPr>
            <a:spLocks noGrp="1"/>
          </p:cNvSpPr>
          <p:nvPr>
            <p:ph idx="1"/>
          </p:nvPr>
        </p:nvSpPr>
        <p:spPr>
          <a:xfrm>
            <a:off x="457200" y="1516284"/>
            <a:ext cx="8115300" cy="4584479"/>
          </a:xfrm>
        </p:spPr>
        <p:txBody>
          <a:bodyPr>
            <a:normAutofit/>
          </a:bodyPr>
          <a:lstStyle/>
          <a:p>
            <a:r>
              <a:rPr lang="en-US" sz="3000"/>
              <a:t>To provide feedback on the teaching and course design</a:t>
            </a:r>
          </a:p>
          <a:p>
            <a:r>
              <a:rPr lang="en-US" sz="3000"/>
              <a:t>To provide one element of evidence for renewal, tenure/permanence, promotion, and career development</a:t>
            </a:r>
          </a:p>
          <a:p>
            <a:pPr marL="0" indent="0">
              <a:buNone/>
            </a:pPr>
            <a:endParaRPr lang="en-US"/>
          </a:p>
          <a:p>
            <a:pPr marL="0" indent="0">
              <a:buNone/>
            </a:pPr>
            <a:r>
              <a:rPr lang="en-US" sz="3000"/>
              <a:t>The SPT replaces the previous Student Evaluation of Teaching (SET) form</a:t>
            </a:r>
          </a:p>
        </p:txBody>
      </p:sp>
      <p:sp>
        <p:nvSpPr>
          <p:cNvPr id="4" name="Slide Number Placeholder 3">
            <a:extLst>
              <a:ext uri="{FF2B5EF4-FFF2-40B4-BE49-F238E27FC236}">
                <a16:creationId xmlns:a16="http://schemas.microsoft.com/office/drawing/2014/main" id="{1C201660-B0AB-060A-56D2-B89C657F4563}"/>
              </a:ext>
            </a:extLst>
          </p:cNvPr>
          <p:cNvSpPr>
            <a:spLocks noGrp="1"/>
          </p:cNvSpPr>
          <p:nvPr>
            <p:ph type="sldNum" sz="quarter" idx="12"/>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8EB47EC-A34D-4B5D-9F3B-F45326193F13}" type="slidenum">
              <a:rPr lang="en-CA" smtClean="0"/>
              <a:pPr/>
              <a:t>2</a:t>
            </a:fld>
            <a:endParaRPr lang="en-CA"/>
          </a:p>
        </p:txBody>
      </p:sp>
    </p:spTree>
    <p:extLst>
      <p:ext uri="{BB962C8B-B14F-4D97-AF65-F5344CB8AC3E}">
        <p14:creationId xmlns:p14="http://schemas.microsoft.com/office/powerpoint/2010/main" val="3894381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DA54D-AD7B-E57A-D3EF-BD1BC7F1926F}"/>
              </a:ext>
            </a:extLst>
          </p:cNvPr>
          <p:cNvSpPr>
            <a:spLocks noGrp="1"/>
          </p:cNvSpPr>
          <p:nvPr>
            <p:ph type="title"/>
          </p:nvPr>
        </p:nvSpPr>
        <p:spPr/>
        <p:txBody>
          <a:bodyPr/>
          <a:lstStyle/>
          <a:p>
            <a:r>
              <a:rPr lang="en-US">
                <a:solidFill>
                  <a:srgbClr val="004070"/>
                </a:solidFill>
              </a:rPr>
              <a:t>Process</a:t>
            </a:r>
            <a:endParaRPr lang="en-CA">
              <a:solidFill>
                <a:srgbClr val="004070"/>
              </a:solidFill>
            </a:endParaRPr>
          </a:p>
        </p:txBody>
      </p:sp>
      <p:sp>
        <p:nvSpPr>
          <p:cNvPr id="4" name="Content Placeholder 3">
            <a:extLst>
              <a:ext uri="{FF2B5EF4-FFF2-40B4-BE49-F238E27FC236}">
                <a16:creationId xmlns:a16="http://schemas.microsoft.com/office/drawing/2014/main" id="{33247737-B587-6C9E-768D-9F910BBA5A8D}"/>
              </a:ext>
            </a:extLst>
          </p:cNvPr>
          <p:cNvSpPr>
            <a:spLocks noGrp="1"/>
          </p:cNvSpPr>
          <p:nvPr>
            <p:ph sz="half" idx="1"/>
          </p:nvPr>
        </p:nvSpPr>
        <p:spPr>
          <a:xfrm>
            <a:off x="789215" y="1520444"/>
            <a:ext cx="7565570" cy="4214812"/>
          </a:xfrm>
        </p:spPr>
        <p:txBody>
          <a:bodyPr>
            <a:normAutofit/>
          </a:bodyPr>
          <a:lstStyle/>
          <a:p>
            <a:r>
              <a:rPr lang="en-US"/>
              <a:t>Surveys are submitted online </a:t>
            </a:r>
          </a:p>
          <a:p>
            <a:r>
              <a:rPr lang="en-US"/>
              <a:t>Time will be allotted at the start of class </a:t>
            </a:r>
          </a:p>
          <a:p>
            <a:r>
              <a:rPr lang="en-US"/>
              <a:t>Survey remains open until the last class</a:t>
            </a:r>
          </a:p>
          <a:p>
            <a:r>
              <a:rPr lang="en-US"/>
              <a:t>You can provide ratings and written comments</a:t>
            </a:r>
            <a:r>
              <a:rPr lang="en-US" b="1"/>
              <a:t>; </a:t>
            </a:r>
            <a:r>
              <a:rPr lang="en-US"/>
              <a:t>comments are only shared with the instructor</a:t>
            </a:r>
          </a:p>
          <a:p>
            <a:r>
              <a:rPr lang="en-US"/>
              <a:t>Responses are confidential and shared with instructors only after grades are submitted</a:t>
            </a:r>
          </a:p>
          <a:p>
            <a:endParaRPr lang="en-US"/>
          </a:p>
          <a:p>
            <a:endParaRPr lang="en-US"/>
          </a:p>
        </p:txBody>
      </p:sp>
      <p:sp>
        <p:nvSpPr>
          <p:cNvPr id="3" name="Slide Number Placeholder 2">
            <a:extLst>
              <a:ext uri="{FF2B5EF4-FFF2-40B4-BE49-F238E27FC236}">
                <a16:creationId xmlns:a16="http://schemas.microsoft.com/office/drawing/2014/main" id="{69687413-F7BD-A404-32F8-93216353BE27}"/>
              </a:ext>
            </a:extLst>
          </p:cNvPr>
          <p:cNvSpPr>
            <a:spLocks noGrp="1"/>
          </p:cNvSpPr>
          <p:nvPr>
            <p:ph type="sldNum" sz="quarter" idx="12"/>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8EB47EC-A34D-4B5D-9F3B-F45326193F13}" type="slidenum">
              <a:rPr lang="en-CA" smtClean="0"/>
              <a:pPr/>
              <a:t>3</a:t>
            </a:fld>
            <a:endParaRPr lang="en-CA"/>
          </a:p>
        </p:txBody>
      </p:sp>
    </p:spTree>
    <p:extLst>
      <p:ext uri="{BB962C8B-B14F-4D97-AF65-F5344CB8AC3E}">
        <p14:creationId xmlns:p14="http://schemas.microsoft.com/office/powerpoint/2010/main" val="2405292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96D44-603C-3643-E2CF-704A8E09522F}"/>
              </a:ext>
            </a:extLst>
          </p:cNvPr>
          <p:cNvSpPr>
            <a:spLocks noGrp="1"/>
          </p:cNvSpPr>
          <p:nvPr>
            <p:ph type="title"/>
          </p:nvPr>
        </p:nvSpPr>
        <p:spPr>
          <a:xfrm>
            <a:off x="30450" y="1342427"/>
            <a:ext cx="2517881" cy="3429000"/>
          </a:xfrm>
        </p:spPr>
        <p:txBody>
          <a:bodyPr vert="horz" wrap="square" lIns="68580" tIns="34290" rIns="68580" bIns="34290" numCol="1" rtlCol="0" anchor="ctr" anchorCtr="0" compatLnSpc="1">
            <a:prstTxWarp prst="textNoShape">
              <a:avLst/>
            </a:prstTxWarp>
            <a:normAutofit/>
          </a:bodyPr>
          <a:lstStyle/>
          <a:p>
            <a:r>
              <a:rPr lang="en-US" sz="4000">
                <a:solidFill>
                  <a:srgbClr val="004070"/>
                </a:solidFill>
              </a:rPr>
              <a:t>Survey: Areas of Focus</a:t>
            </a:r>
          </a:p>
        </p:txBody>
      </p:sp>
      <p:sp>
        <p:nvSpPr>
          <p:cNvPr id="3" name="Slide Number Placeholder 2">
            <a:extLst>
              <a:ext uri="{FF2B5EF4-FFF2-40B4-BE49-F238E27FC236}">
                <a16:creationId xmlns:a16="http://schemas.microsoft.com/office/drawing/2014/main" id="{17F28C3C-6004-AF28-FEBF-8F78CDCA5633}"/>
              </a:ext>
            </a:extLst>
          </p:cNvPr>
          <p:cNvSpPr>
            <a:spLocks noGrp="1"/>
          </p:cNvSpPr>
          <p:nvPr>
            <p:ph type="sldNum" sz="quarter" idx="12"/>
          </p:nvPr>
        </p:nvSpPr>
        <p:spPr bwMode="gray">
          <a:xfrm>
            <a:off x="10352540" y="295729"/>
            <a:ext cx="838199" cy="767687"/>
          </a:xfrm>
          <a:prstGeom prst="rect">
            <a:avLst/>
          </a:prstGeom>
        </p:spPr>
        <p:txBody>
          <a:bodyPr vert="horz" lIns="91440" tIns="45720" rIns="91440" bIns="45720" rtlCol="0" anchor="b">
            <a:normAutofit/>
          </a:bodyPr>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685800">
              <a:spcAft>
                <a:spcPts val="450"/>
              </a:spcAft>
            </a:pPr>
            <a:fld id="{28EB47EC-A34D-4B5D-9F3B-F45326193F13}" type="slidenum">
              <a:rPr lang="en-CA" smtClean="0"/>
              <a:pPr defTabSz="685800">
                <a:spcAft>
                  <a:spcPts val="450"/>
                </a:spcAft>
              </a:pPr>
              <a:t>4</a:t>
            </a:fld>
            <a:endParaRPr lang="en-US">
              <a:solidFill>
                <a:srgbClr val="FFFFFF"/>
              </a:solidFill>
            </a:endParaRPr>
          </a:p>
        </p:txBody>
      </p:sp>
      <p:sp>
        <p:nvSpPr>
          <p:cNvPr id="4" name="TextBox 3">
            <a:extLst>
              <a:ext uri="{FF2B5EF4-FFF2-40B4-BE49-F238E27FC236}">
                <a16:creationId xmlns:a16="http://schemas.microsoft.com/office/drawing/2014/main" id="{84867E0B-F19F-C1DA-51DB-17D0C1900AE3}"/>
              </a:ext>
            </a:extLst>
          </p:cNvPr>
          <p:cNvSpPr txBox="1"/>
          <p:nvPr/>
        </p:nvSpPr>
        <p:spPr>
          <a:xfrm>
            <a:off x="1811793" y="2513858"/>
            <a:ext cx="5952613" cy="346249"/>
          </a:xfrm>
          <a:prstGeom prst="rect">
            <a:avLst/>
          </a:prstGeom>
          <a:noFill/>
        </p:spPr>
        <p:txBody>
          <a:bodyPr wrap="square" lIns="68580" tIns="34290" rIns="68580" bIns="34290" rtlCol="0" anchor="t">
            <a:spAutoFit/>
          </a:bodyPr>
          <a:lstStyle/>
          <a:p>
            <a:endParaRPr lang="en-US"/>
          </a:p>
        </p:txBody>
      </p:sp>
      <p:graphicFrame>
        <p:nvGraphicFramePr>
          <p:cNvPr id="8" name="Content Placeholder 5">
            <a:extLst>
              <a:ext uri="{FF2B5EF4-FFF2-40B4-BE49-F238E27FC236}">
                <a16:creationId xmlns:a16="http://schemas.microsoft.com/office/drawing/2014/main" id="{F9E96377-C831-DFCA-F635-69E4ED03BF53}"/>
              </a:ext>
            </a:extLst>
          </p:cNvPr>
          <p:cNvGraphicFramePr/>
          <p:nvPr>
            <p:extLst>
              <p:ext uri="{D42A27DB-BD31-4B8C-83A1-F6EECF244321}">
                <p14:modId xmlns:p14="http://schemas.microsoft.com/office/powerpoint/2010/main" val="2467718213"/>
              </p:ext>
            </p:extLst>
          </p:nvPr>
        </p:nvGraphicFramePr>
        <p:xfrm>
          <a:off x="2714625" y="528639"/>
          <a:ext cx="6212681" cy="52754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7885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29D8C-3BF6-4DFD-E0AB-4390D1732901}"/>
              </a:ext>
            </a:extLst>
          </p:cNvPr>
          <p:cNvSpPr>
            <a:spLocks noGrp="1"/>
          </p:cNvSpPr>
          <p:nvPr>
            <p:ph type="title"/>
          </p:nvPr>
        </p:nvSpPr>
        <p:spPr/>
        <p:txBody>
          <a:bodyPr/>
          <a:lstStyle/>
          <a:p>
            <a:r>
              <a:rPr lang="en-US">
                <a:solidFill>
                  <a:srgbClr val="004070"/>
                </a:solidFill>
              </a:rPr>
              <a:t> </a:t>
            </a:r>
            <a:r>
              <a:rPr lang="en-CA">
                <a:solidFill>
                  <a:srgbClr val="004070"/>
                </a:solidFill>
              </a:rPr>
              <a:t>Example of Question Style</a:t>
            </a:r>
            <a:endParaRPr lang="en-US">
              <a:solidFill>
                <a:srgbClr val="004070"/>
              </a:solidFill>
            </a:endParaRPr>
          </a:p>
        </p:txBody>
      </p:sp>
      <p:sp>
        <p:nvSpPr>
          <p:cNvPr id="3" name="Slide Number Placeholder 2">
            <a:extLst>
              <a:ext uri="{FF2B5EF4-FFF2-40B4-BE49-F238E27FC236}">
                <a16:creationId xmlns:a16="http://schemas.microsoft.com/office/drawing/2014/main" id="{9D23AF3A-3C32-3A2E-36F7-3A69944CD2DD}"/>
              </a:ext>
            </a:extLst>
          </p:cNvPr>
          <p:cNvSpPr>
            <a:spLocks noGrp="1"/>
          </p:cNvSpPr>
          <p:nvPr>
            <p:ph type="sldNum" sz="quarter" idx="12"/>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8EB47EC-A34D-4B5D-9F3B-F45326193F13}" type="slidenum">
              <a:rPr lang="en-CA" smtClean="0"/>
              <a:pPr/>
              <a:t>5</a:t>
            </a:fld>
            <a:endParaRPr lang="en-CA"/>
          </a:p>
        </p:txBody>
      </p:sp>
      <p:graphicFrame>
        <p:nvGraphicFramePr>
          <p:cNvPr id="5" name="Table 4">
            <a:extLst>
              <a:ext uri="{FF2B5EF4-FFF2-40B4-BE49-F238E27FC236}">
                <a16:creationId xmlns:a16="http://schemas.microsoft.com/office/drawing/2014/main" id="{ABD43C38-16FF-105A-FFDA-0F4BD2243620}"/>
              </a:ext>
            </a:extLst>
          </p:cNvPr>
          <p:cNvGraphicFramePr>
            <a:graphicFrameLocks noGrp="1"/>
          </p:cNvGraphicFramePr>
          <p:nvPr>
            <p:extLst>
              <p:ext uri="{D42A27DB-BD31-4B8C-83A1-F6EECF244321}">
                <p14:modId xmlns:p14="http://schemas.microsoft.com/office/powerpoint/2010/main" val="127493914"/>
              </p:ext>
            </p:extLst>
          </p:nvPr>
        </p:nvGraphicFramePr>
        <p:xfrm>
          <a:off x="411030" y="2809469"/>
          <a:ext cx="8022404" cy="2774009"/>
        </p:xfrm>
        <a:graphic>
          <a:graphicData uri="http://schemas.openxmlformats.org/drawingml/2006/table">
            <a:tbl>
              <a:tblPr firstRow="1" firstCol="1" bandRow="1">
                <a:tableStyleId>{5C22544A-7EE6-4342-B048-85BDC9FD1C3A}</a:tableStyleId>
              </a:tblPr>
              <a:tblGrid>
                <a:gridCol w="333037">
                  <a:extLst>
                    <a:ext uri="{9D8B030D-6E8A-4147-A177-3AD203B41FA5}">
                      <a16:colId xmlns:a16="http://schemas.microsoft.com/office/drawing/2014/main" val="3861256541"/>
                    </a:ext>
                  </a:extLst>
                </a:gridCol>
                <a:gridCol w="3218051">
                  <a:extLst>
                    <a:ext uri="{9D8B030D-6E8A-4147-A177-3AD203B41FA5}">
                      <a16:colId xmlns:a16="http://schemas.microsoft.com/office/drawing/2014/main" val="4249427876"/>
                    </a:ext>
                  </a:extLst>
                </a:gridCol>
                <a:gridCol w="1219814">
                  <a:extLst>
                    <a:ext uri="{9D8B030D-6E8A-4147-A177-3AD203B41FA5}">
                      <a16:colId xmlns:a16="http://schemas.microsoft.com/office/drawing/2014/main" val="100769711"/>
                    </a:ext>
                  </a:extLst>
                </a:gridCol>
                <a:gridCol w="259737">
                  <a:extLst>
                    <a:ext uri="{9D8B030D-6E8A-4147-A177-3AD203B41FA5}">
                      <a16:colId xmlns:a16="http://schemas.microsoft.com/office/drawing/2014/main" val="3871528173"/>
                    </a:ext>
                  </a:extLst>
                </a:gridCol>
                <a:gridCol w="259737">
                  <a:extLst>
                    <a:ext uri="{9D8B030D-6E8A-4147-A177-3AD203B41FA5}">
                      <a16:colId xmlns:a16="http://schemas.microsoft.com/office/drawing/2014/main" val="4075164385"/>
                    </a:ext>
                  </a:extLst>
                </a:gridCol>
                <a:gridCol w="259737">
                  <a:extLst>
                    <a:ext uri="{9D8B030D-6E8A-4147-A177-3AD203B41FA5}">
                      <a16:colId xmlns:a16="http://schemas.microsoft.com/office/drawing/2014/main" val="2861558969"/>
                    </a:ext>
                  </a:extLst>
                </a:gridCol>
                <a:gridCol w="259737">
                  <a:extLst>
                    <a:ext uri="{9D8B030D-6E8A-4147-A177-3AD203B41FA5}">
                      <a16:colId xmlns:a16="http://schemas.microsoft.com/office/drawing/2014/main" val="3188447631"/>
                    </a:ext>
                  </a:extLst>
                </a:gridCol>
                <a:gridCol w="259737">
                  <a:extLst>
                    <a:ext uri="{9D8B030D-6E8A-4147-A177-3AD203B41FA5}">
                      <a16:colId xmlns:a16="http://schemas.microsoft.com/office/drawing/2014/main" val="679890742"/>
                    </a:ext>
                  </a:extLst>
                </a:gridCol>
                <a:gridCol w="259737">
                  <a:extLst>
                    <a:ext uri="{9D8B030D-6E8A-4147-A177-3AD203B41FA5}">
                      <a16:colId xmlns:a16="http://schemas.microsoft.com/office/drawing/2014/main" val="3743123778"/>
                    </a:ext>
                  </a:extLst>
                </a:gridCol>
                <a:gridCol w="259737">
                  <a:extLst>
                    <a:ext uri="{9D8B030D-6E8A-4147-A177-3AD203B41FA5}">
                      <a16:colId xmlns:a16="http://schemas.microsoft.com/office/drawing/2014/main" val="3160609923"/>
                    </a:ext>
                  </a:extLst>
                </a:gridCol>
                <a:gridCol w="1433343">
                  <a:extLst>
                    <a:ext uri="{9D8B030D-6E8A-4147-A177-3AD203B41FA5}">
                      <a16:colId xmlns:a16="http://schemas.microsoft.com/office/drawing/2014/main" val="2205296622"/>
                    </a:ext>
                  </a:extLst>
                </a:gridCol>
              </a:tblGrid>
              <a:tr h="455664">
                <a:tc>
                  <a:txBody>
                    <a:bodyPr/>
                    <a:lstStyle/>
                    <a:p>
                      <a:pPr>
                        <a:spcAft>
                          <a:spcPts val="0"/>
                        </a:spcAft>
                      </a:pPr>
                      <a:r>
                        <a:rPr lang="en-CA" sz="1200" kern="0">
                          <a:solidFill>
                            <a:schemeClr val="tx1"/>
                          </a:solidFill>
                          <a:effectLst/>
                        </a:rPr>
                        <a:t>1</a:t>
                      </a:r>
                      <a:endParaRPr lang="en-CA" sz="1200">
                        <a:solidFill>
                          <a:schemeClr val="tx1"/>
                        </a:solidFill>
                        <a:effectLst/>
                        <a:latin typeface="Arial Nova"/>
                      </a:endParaRPr>
                    </a:p>
                  </a:txBody>
                  <a:tcPr marL="51435" marR="51435" marT="0" marB="0" anchor="ctr"/>
                </a:tc>
                <a:tc>
                  <a:txBody>
                    <a:bodyPr/>
                    <a:lstStyle/>
                    <a:p>
                      <a:pPr>
                        <a:spcAft>
                          <a:spcPts val="0"/>
                        </a:spcAft>
                      </a:pPr>
                      <a:r>
                        <a:rPr lang="en-CA" sz="1200" b="0" kern="0">
                          <a:solidFill>
                            <a:schemeClr val="tx1"/>
                          </a:solidFill>
                          <a:effectLst/>
                        </a:rPr>
                        <a:t>For each class, the instructor was…</a:t>
                      </a:r>
                      <a:endParaRPr lang="en-CA" sz="1200" b="0">
                        <a:solidFill>
                          <a:schemeClr val="tx1"/>
                        </a:solidFill>
                        <a:effectLst/>
                        <a:latin typeface="Arial Nova"/>
                      </a:endParaRPr>
                    </a:p>
                  </a:txBody>
                  <a:tcPr marL="51435" marR="51435" marT="0" marB="0" anchor="ctr"/>
                </a:tc>
                <a:tc>
                  <a:txBody>
                    <a:bodyPr/>
                    <a:lstStyle/>
                    <a:p>
                      <a:pPr algn="r">
                        <a:spcAft>
                          <a:spcPts val="0"/>
                        </a:spcAft>
                      </a:pPr>
                      <a:r>
                        <a:rPr lang="en-CA" sz="1200" b="0" kern="0">
                          <a:solidFill>
                            <a:schemeClr val="tx1"/>
                          </a:solidFill>
                          <a:effectLst/>
                        </a:rPr>
                        <a:t>Poorly prepared</a:t>
                      </a:r>
                      <a:endParaRPr lang="en-CA" sz="1200" b="0">
                        <a:solidFill>
                          <a:schemeClr val="tx1"/>
                        </a:solidFill>
                        <a:effectLst/>
                        <a:latin typeface="Arial Nova"/>
                      </a:endParaRPr>
                    </a:p>
                  </a:txBody>
                  <a:tcPr marL="51435" marR="51435" marT="0" marB="0" anchor="ctr"/>
                </a:tc>
                <a:tc>
                  <a:txBody>
                    <a:bodyPr/>
                    <a:lstStyle/>
                    <a:p>
                      <a:pPr algn="ctr">
                        <a:spcAft>
                          <a:spcPts val="0"/>
                        </a:spcAft>
                      </a:pPr>
                      <a:r>
                        <a:rPr lang="en-CA" sz="1200" b="0" kern="0">
                          <a:solidFill>
                            <a:schemeClr val="tx1"/>
                          </a:solidFill>
                          <a:effectLst/>
                        </a:rPr>
                        <a:t>○</a:t>
                      </a:r>
                      <a:endParaRPr lang="en-CA" sz="1200" b="0">
                        <a:solidFill>
                          <a:schemeClr val="tx1"/>
                        </a:solidFill>
                        <a:effectLst/>
                        <a:latin typeface="Arial Nova"/>
                      </a:endParaRPr>
                    </a:p>
                  </a:txBody>
                  <a:tcPr marL="51435" marR="51435" marT="0" marB="0" anchor="ctr"/>
                </a:tc>
                <a:tc>
                  <a:txBody>
                    <a:bodyPr/>
                    <a:lstStyle/>
                    <a:p>
                      <a:pPr algn="ctr">
                        <a:spcAft>
                          <a:spcPts val="0"/>
                        </a:spcAft>
                      </a:pPr>
                      <a:r>
                        <a:rPr lang="en-CA" sz="1200" b="0" kern="0">
                          <a:solidFill>
                            <a:schemeClr val="tx1"/>
                          </a:solidFill>
                          <a:effectLst/>
                        </a:rPr>
                        <a:t>○</a:t>
                      </a:r>
                      <a:endParaRPr lang="en-CA" sz="1200" b="0">
                        <a:solidFill>
                          <a:schemeClr val="tx1"/>
                        </a:solidFill>
                        <a:effectLst/>
                        <a:latin typeface="Arial Nova"/>
                      </a:endParaRPr>
                    </a:p>
                  </a:txBody>
                  <a:tcPr marL="51435" marR="51435" marT="0" marB="0" anchor="ctr"/>
                </a:tc>
                <a:tc>
                  <a:txBody>
                    <a:bodyPr/>
                    <a:lstStyle/>
                    <a:p>
                      <a:pPr algn="ctr">
                        <a:spcAft>
                          <a:spcPts val="0"/>
                        </a:spcAft>
                      </a:pPr>
                      <a:r>
                        <a:rPr lang="en-CA" sz="1200" b="0" kern="0">
                          <a:solidFill>
                            <a:schemeClr val="tx1"/>
                          </a:solidFill>
                          <a:effectLst/>
                        </a:rPr>
                        <a:t>○</a:t>
                      </a:r>
                      <a:endParaRPr lang="en-CA" sz="1200" b="0">
                        <a:solidFill>
                          <a:schemeClr val="tx1"/>
                        </a:solidFill>
                        <a:effectLst/>
                        <a:latin typeface="Arial Nova"/>
                      </a:endParaRPr>
                    </a:p>
                  </a:txBody>
                  <a:tcPr marL="51435" marR="51435" marT="0" marB="0" anchor="ctr"/>
                </a:tc>
                <a:tc>
                  <a:txBody>
                    <a:bodyPr/>
                    <a:lstStyle/>
                    <a:p>
                      <a:pPr algn="ctr">
                        <a:spcAft>
                          <a:spcPts val="0"/>
                        </a:spcAft>
                      </a:pPr>
                      <a:r>
                        <a:rPr lang="en-CA" sz="1200" b="0" kern="0">
                          <a:solidFill>
                            <a:schemeClr val="tx1"/>
                          </a:solidFill>
                          <a:effectLst/>
                        </a:rPr>
                        <a:t>○</a:t>
                      </a:r>
                      <a:endParaRPr lang="en-CA" sz="1200" b="0">
                        <a:solidFill>
                          <a:schemeClr val="tx1"/>
                        </a:solidFill>
                        <a:effectLst/>
                        <a:latin typeface="Arial Nova"/>
                      </a:endParaRPr>
                    </a:p>
                  </a:txBody>
                  <a:tcPr marL="51435" marR="51435" marT="0" marB="0" anchor="ctr"/>
                </a:tc>
                <a:tc>
                  <a:txBody>
                    <a:bodyPr/>
                    <a:lstStyle/>
                    <a:p>
                      <a:pPr algn="ctr">
                        <a:spcAft>
                          <a:spcPts val="0"/>
                        </a:spcAft>
                      </a:pPr>
                      <a:r>
                        <a:rPr lang="en-CA" sz="1200" b="0" kern="0">
                          <a:solidFill>
                            <a:schemeClr val="tx1"/>
                          </a:solidFill>
                          <a:effectLst/>
                        </a:rPr>
                        <a:t>○</a:t>
                      </a:r>
                      <a:endParaRPr lang="en-CA" sz="1200" b="0">
                        <a:solidFill>
                          <a:schemeClr val="tx1"/>
                        </a:solidFill>
                        <a:effectLst/>
                        <a:latin typeface="Arial Nova"/>
                      </a:endParaRPr>
                    </a:p>
                  </a:txBody>
                  <a:tcPr marL="51435" marR="51435" marT="0" marB="0" anchor="ctr"/>
                </a:tc>
                <a:tc>
                  <a:txBody>
                    <a:bodyPr/>
                    <a:lstStyle/>
                    <a:p>
                      <a:pPr algn="ctr">
                        <a:spcAft>
                          <a:spcPts val="0"/>
                        </a:spcAft>
                      </a:pPr>
                      <a:r>
                        <a:rPr lang="en-CA" sz="1200" b="0" kern="0">
                          <a:solidFill>
                            <a:schemeClr val="tx1"/>
                          </a:solidFill>
                          <a:effectLst/>
                        </a:rPr>
                        <a:t>○</a:t>
                      </a:r>
                      <a:endParaRPr lang="en-CA" sz="1200" b="0">
                        <a:solidFill>
                          <a:schemeClr val="tx1"/>
                        </a:solidFill>
                        <a:effectLst/>
                        <a:latin typeface="Arial Nova"/>
                      </a:endParaRPr>
                    </a:p>
                  </a:txBody>
                  <a:tcPr marL="51435" marR="51435" marT="0" marB="0" anchor="ctr"/>
                </a:tc>
                <a:tc>
                  <a:txBody>
                    <a:bodyPr/>
                    <a:lstStyle/>
                    <a:p>
                      <a:pPr algn="ctr">
                        <a:spcAft>
                          <a:spcPts val="0"/>
                        </a:spcAft>
                      </a:pPr>
                      <a:r>
                        <a:rPr lang="en-CA" sz="1200" b="0" kern="0">
                          <a:solidFill>
                            <a:schemeClr val="tx1"/>
                          </a:solidFill>
                          <a:effectLst/>
                        </a:rPr>
                        <a:t>○</a:t>
                      </a:r>
                      <a:endParaRPr lang="en-CA" sz="1200" b="0">
                        <a:solidFill>
                          <a:schemeClr val="tx1"/>
                        </a:solidFill>
                        <a:effectLst/>
                        <a:latin typeface="Arial Nova"/>
                      </a:endParaRPr>
                    </a:p>
                  </a:txBody>
                  <a:tcPr marL="51435" marR="51435" marT="0" marB="0" anchor="ctr"/>
                </a:tc>
                <a:tc>
                  <a:txBody>
                    <a:bodyPr/>
                    <a:lstStyle/>
                    <a:p>
                      <a:pPr>
                        <a:spcAft>
                          <a:spcPts val="0"/>
                        </a:spcAft>
                      </a:pPr>
                      <a:r>
                        <a:rPr lang="en-CA" sz="1200" b="0" kern="0">
                          <a:solidFill>
                            <a:schemeClr val="tx1"/>
                          </a:solidFill>
                          <a:effectLst/>
                        </a:rPr>
                        <a:t>Well prepared</a:t>
                      </a:r>
                      <a:endParaRPr lang="en-CA" sz="1200" b="0">
                        <a:solidFill>
                          <a:schemeClr val="tx1"/>
                        </a:solidFill>
                        <a:effectLst/>
                        <a:latin typeface="Arial Nova"/>
                      </a:endParaRPr>
                    </a:p>
                  </a:txBody>
                  <a:tcPr marL="51435" marR="51435" marT="0" marB="0" anchor="ctr"/>
                </a:tc>
                <a:extLst>
                  <a:ext uri="{0D108BD9-81ED-4DB2-BD59-A6C34878D82A}">
                    <a16:rowId xmlns:a16="http://schemas.microsoft.com/office/drawing/2014/main" val="1999940936"/>
                  </a:ext>
                </a:extLst>
              </a:tr>
              <a:tr h="455664">
                <a:tc>
                  <a:txBody>
                    <a:bodyPr/>
                    <a:lstStyle/>
                    <a:p>
                      <a:pPr>
                        <a:spcAft>
                          <a:spcPts val="0"/>
                        </a:spcAft>
                      </a:pPr>
                      <a:r>
                        <a:rPr lang="en-CA" sz="1200" kern="0">
                          <a:solidFill>
                            <a:schemeClr val="tx1"/>
                          </a:solidFill>
                          <a:effectLst/>
                        </a:rPr>
                        <a:t>2</a:t>
                      </a:r>
                      <a:endParaRPr lang="en-CA" sz="1200">
                        <a:solidFill>
                          <a:schemeClr val="tx1"/>
                        </a:solidFill>
                        <a:effectLst/>
                        <a:latin typeface="Arial Nova"/>
                      </a:endParaRPr>
                    </a:p>
                  </a:txBody>
                  <a:tcPr marL="51435" marR="51435" marT="0" marB="0"/>
                </a:tc>
                <a:tc>
                  <a:txBody>
                    <a:bodyPr/>
                    <a:lstStyle/>
                    <a:p>
                      <a:pPr>
                        <a:spcAft>
                          <a:spcPts val="0"/>
                        </a:spcAft>
                      </a:pPr>
                      <a:r>
                        <a:rPr lang="en-CA" sz="1200" kern="0">
                          <a:solidFill>
                            <a:schemeClr val="tx1"/>
                          </a:solidFill>
                          <a:effectLst/>
                        </a:rPr>
                        <a:t>Material was presented in a </a:t>
                      </a:r>
                      <a:endParaRPr lang="en-CA" sz="1200">
                        <a:solidFill>
                          <a:schemeClr val="tx1"/>
                        </a:solidFill>
                        <a:effectLst/>
                      </a:endParaRPr>
                    </a:p>
                    <a:p>
                      <a:pPr lvl="0">
                        <a:spcAft>
                          <a:spcPts val="0"/>
                        </a:spcAft>
                        <a:buNone/>
                      </a:pPr>
                      <a:r>
                        <a:rPr lang="en-CA" sz="1200" kern="0">
                          <a:solidFill>
                            <a:schemeClr val="tx1"/>
                          </a:solidFill>
                          <a:effectLst/>
                        </a:rPr>
                        <a:t>well-organized manner.</a:t>
                      </a:r>
                      <a:endParaRPr lang="en-CA" sz="1200">
                        <a:solidFill>
                          <a:schemeClr val="tx1"/>
                        </a:solidFill>
                        <a:effectLst/>
                        <a:latin typeface="Arial Nova"/>
                      </a:endParaRPr>
                    </a:p>
                  </a:txBody>
                  <a:tcPr marL="51435" marR="51435" marT="0" marB="0" anchor="ctr"/>
                </a:tc>
                <a:tc>
                  <a:txBody>
                    <a:bodyPr/>
                    <a:lstStyle/>
                    <a:p>
                      <a:pPr algn="r">
                        <a:spcAft>
                          <a:spcPts val="0"/>
                        </a:spcAft>
                      </a:pPr>
                      <a:r>
                        <a:rPr lang="en-CA" sz="1200" kern="0">
                          <a:solidFill>
                            <a:schemeClr val="tx1"/>
                          </a:solidFill>
                          <a:effectLst/>
                        </a:rPr>
                        <a:t>Almost never</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spcAft>
                          <a:spcPts val="0"/>
                        </a:spcAft>
                      </a:pPr>
                      <a:r>
                        <a:rPr lang="en-CA" sz="1200" kern="0">
                          <a:solidFill>
                            <a:schemeClr val="tx1"/>
                          </a:solidFill>
                          <a:effectLst/>
                        </a:rPr>
                        <a:t>Almost always</a:t>
                      </a:r>
                      <a:endParaRPr lang="en-CA" sz="1200">
                        <a:solidFill>
                          <a:schemeClr val="tx1"/>
                        </a:solidFill>
                        <a:effectLst/>
                        <a:latin typeface="Arial Nova"/>
                      </a:endParaRPr>
                    </a:p>
                  </a:txBody>
                  <a:tcPr marL="51435" marR="51435" marT="0" marB="0" anchor="ctr"/>
                </a:tc>
                <a:extLst>
                  <a:ext uri="{0D108BD9-81ED-4DB2-BD59-A6C34878D82A}">
                    <a16:rowId xmlns:a16="http://schemas.microsoft.com/office/drawing/2014/main" val="4047199675"/>
                  </a:ext>
                </a:extLst>
              </a:tr>
              <a:tr h="455664">
                <a:tc>
                  <a:txBody>
                    <a:bodyPr/>
                    <a:lstStyle/>
                    <a:p>
                      <a:pPr>
                        <a:spcAft>
                          <a:spcPts val="0"/>
                        </a:spcAft>
                      </a:pPr>
                      <a:r>
                        <a:rPr lang="en-CA" sz="1200" kern="0">
                          <a:solidFill>
                            <a:schemeClr val="tx1"/>
                          </a:solidFill>
                          <a:effectLst/>
                        </a:rPr>
                        <a:t>3</a:t>
                      </a:r>
                      <a:endParaRPr lang="en-CA" sz="1200">
                        <a:solidFill>
                          <a:schemeClr val="tx1"/>
                        </a:solidFill>
                        <a:effectLst/>
                        <a:latin typeface="Arial Nova"/>
                      </a:endParaRPr>
                    </a:p>
                  </a:txBody>
                  <a:tcPr marL="51435" marR="51435" marT="0" marB="0"/>
                </a:tc>
                <a:tc>
                  <a:txBody>
                    <a:bodyPr/>
                    <a:lstStyle/>
                    <a:p>
                      <a:pPr>
                        <a:spcAft>
                          <a:spcPts val="0"/>
                        </a:spcAft>
                      </a:pPr>
                      <a:r>
                        <a:rPr lang="en-CA" sz="1200" kern="0">
                          <a:solidFill>
                            <a:schemeClr val="tx1"/>
                          </a:solidFill>
                          <a:effectLst/>
                        </a:rPr>
                        <a:t>Instructional time was used... </a:t>
                      </a:r>
                      <a:endParaRPr lang="en-CA" sz="1200">
                        <a:solidFill>
                          <a:schemeClr val="tx1"/>
                        </a:solidFill>
                        <a:effectLst/>
                        <a:latin typeface="Arial Nova"/>
                      </a:endParaRPr>
                    </a:p>
                  </a:txBody>
                  <a:tcPr marL="51435" marR="51435" marT="0" marB="0" anchor="ctr"/>
                </a:tc>
                <a:tc>
                  <a:txBody>
                    <a:bodyPr/>
                    <a:lstStyle/>
                    <a:p>
                      <a:pPr algn="r">
                        <a:spcAft>
                          <a:spcPts val="0"/>
                        </a:spcAft>
                      </a:pPr>
                      <a:r>
                        <a:rPr lang="en-CA" sz="1200" kern="0">
                          <a:solidFill>
                            <a:schemeClr val="tx1"/>
                          </a:solidFill>
                          <a:effectLst/>
                        </a:rPr>
                        <a:t>Not efficiently</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spcAft>
                          <a:spcPts val="0"/>
                        </a:spcAft>
                      </a:pPr>
                      <a:r>
                        <a:rPr lang="en-CA" sz="1200" kern="0">
                          <a:solidFill>
                            <a:schemeClr val="tx1"/>
                          </a:solidFill>
                          <a:effectLst/>
                        </a:rPr>
                        <a:t>Very efficiently</a:t>
                      </a:r>
                      <a:endParaRPr lang="en-CA" sz="1200">
                        <a:solidFill>
                          <a:schemeClr val="tx1"/>
                        </a:solidFill>
                        <a:effectLst/>
                        <a:latin typeface="Arial Nova"/>
                      </a:endParaRPr>
                    </a:p>
                  </a:txBody>
                  <a:tcPr marL="51435" marR="51435" marT="0" marB="0" anchor="ctr"/>
                </a:tc>
                <a:extLst>
                  <a:ext uri="{0D108BD9-81ED-4DB2-BD59-A6C34878D82A}">
                    <a16:rowId xmlns:a16="http://schemas.microsoft.com/office/drawing/2014/main" val="2941214459"/>
                  </a:ext>
                </a:extLst>
              </a:tr>
              <a:tr h="455664">
                <a:tc>
                  <a:txBody>
                    <a:bodyPr/>
                    <a:lstStyle/>
                    <a:p>
                      <a:pPr>
                        <a:spcAft>
                          <a:spcPts val="0"/>
                        </a:spcAft>
                      </a:pPr>
                      <a:r>
                        <a:rPr lang="en-CA" sz="1200" kern="0">
                          <a:solidFill>
                            <a:schemeClr val="tx1"/>
                          </a:solidFill>
                          <a:effectLst/>
                        </a:rPr>
                        <a:t>4</a:t>
                      </a:r>
                      <a:endParaRPr lang="en-CA" sz="1200">
                        <a:solidFill>
                          <a:schemeClr val="tx1"/>
                        </a:solidFill>
                        <a:effectLst/>
                        <a:latin typeface="Arial Nova"/>
                      </a:endParaRPr>
                    </a:p>
                  </a:txBody>
                  <a:tcPr marL="51435" marR="51435" marT="0" marB="0"/>
                </a:tc>
                <a:tc>
                  <a:txBody>
                    <a:bodyPr/>
                    <a:lstStyle/>
                    <a:p>
                      <a:pPr>
                        <a:spcAft>
                          <a:spcPts val="0"/>
                        </a:spcAft>
                      </a:pPr>
                      <a:r>
                        <a:rPr lang="en-CA" sz="1200" kern="0">
                          <a:solidFill>
                            <a:schemeClr val="tx1"/>
                          </a:solidFill>
                          <a:effectLst/>
                        </a:rPr>
                        <a:t>The instructor was able to communicate complex ideas clearly.</a:t>
                      </a:r>
                      <a:endParaRPr lang="en-CA" sz="1200">
                        <a:solidFill>
                          <a:schemeClr val="tx1"/>
                        </a:solidFill>
                        <a:effectLst/>
                        <a:latin typeface="Arial Nova"/>
                      </a:endParaRPr>
                    </a:p>
                  </a:txBody>
                  <a:tcPr marL="51435" marR="51435" marT="0" marB="0" anchor="ctr"/>
                </a:tc>
                <a:tc>
                  <a:txBody>
                    <a:bodyPr/>
                    <a:lstStyle/>
                    <a:p>
                      <a:pPr algn="r">
                        <a:spcAft>
                          <a:spcPts val="0"/>
                        </a:spcAft>
                      </a:pPr>
                      <a:r>
                        <a:rPr lang="en-CA" sz="1200" kern="0">
                          <a:solidFill>
                            <a:schemeClr val="tx1"/>
                          </a:solidFill>
                          <a:effectLst/>
                        </a:rPr>
                        <a:t>Strongly Disagree</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spcAft>
                          <a:spcPts val="0"/>
                        </a:spcAft>
                      </a:pPr>
                      <a:r>
                        <a:rPr lang="en-CA" sz="1200" kern="0">
                          <a:solidFill>
                            <a:schemeClr val="tx1"/>
                          </a:solidFill>
                          <a:effectLst/>
                        </a:rPr>
                        <a:t>Strongly Agree</a:t>
                      </a:r>
                      <a:endParaRPr lang="en-CA" sz="1200">
                        <a:solidFill>
                          <a:schemeClr val="tx1"/>
                        </a:solidFill>
                        <a:effectLst/>
                        <a:latin typeface="Arial Nova"/>
                      </a:endParaRPr>
                    </a:p>
                  </a:txBody>
                  <a:tcPr marL="51435" marR="51435" marT="0" marB="0" anchor="ctr"/>
                </a:tc>
                <a:extLst>
                  <a:ext uri="{0D108BD9-81ED-4DB2-BD59-A6C34878D82A}">
                    <a16:rowId xmlns:a16="http://schemas.microsoft.com/office/drawing/2014/main" val="2294477813"/>
                  </a:ext>
                </a:extLst>
              </a:tr>
              <a:tr h="495689">
                <a:tc>
                  <a:txBody>
                    <a:bodyPr/>
                    <a:lstStyle/>
                    <a:p>
                      <a:pPr>
                        <a:spcAft>
                          <a:spcPts val="0"/>
                        </a:spcAft>
                      </a:pPr>
                      <a:r>
                        <a:rPr lang="en-CA" sz="1200" kern="0">
                          <a:solidFill>
                            <a:schemeClr val="tx1"/>
                          </a:solidFill>
                          <a:effectLst/>
                        </a:rPr>
                        <a:t>5</a:t>
                      </a:r>
                      <a:endParaRPr lang="en-CA" sz="1200">
                        <a:solidFill>
                          <a:schemeClr val="tx1"/>
                        </a:solidFill>
                        <a:effectLst/>
                        <a:latin typeface="Arial Nova"/>
                      </a:endParaRPr>
                    </a:p>
                  </a:txBody>
                  <a:tcPr marL="51435" marR="51435" marT="0" marB="0"/>
                </a:tc>
                <a:tc>
                  <a:txBody>
                    <a:bodyPr/>
                    <a:lstStyle/>
                    <a:p>
                      <a:pPr>
                        <a:spcAft>
                          <a:spcPts val="0"/>
                        </a:spcAft>
                      </a:pPr>
                      <a:r>
                        <a:rPr lang="en-CA" sz="1200" kern="0">
                          <a:solidFill>
                            <a:schemeClr val="tx1"/>
                          </a:solidFill>
                          <a:effectLst/>
                        </a:rPr>
                        <a:t>The instructor elaborated on concepts in ways that were helpful for understanding.</a:t>
                      </a:r>
                      <a:endParaRPr lang="en-CA" sz="1200">
                        <a:solidFill>
                          <a:schemeClr val="tx1"/>
                        </a:solidFill>
                        <a:effectLst/>
                        <a:latin typeface="Arial Nova"/>
                      </a:endParaRPr>
                    </a:p>
                  </a:txBody>
                  <a:tcPr marL="51435" marR="51435" marT="0" marB="0" anchor="ctr"/>
                </a:tc>
                <a:tc>
                  <a:txBody>
                    <a:bodyPr/>
                    <a:lstStyle/>
                    <a:p>
                      <a:pPr algn="r">
                        <a:spcAft>
                          <a:spcPts val="0"/>
                        </a:spcAft>
                      </a:pPr>
                      <a:r>
                        <a:rPr lang="en-CA" sz="1200" kern="0">
                          <a:solidFill>
                            <a:schemeClr val="tx1"/>
                          </a:solidFill>
                          <a:effectLst/>
                        </a:rPr>
                        <a:t>Not at all true</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spcAft>
                          <a:spcPts val="0"/>
                        </a:spcAft>
                      </a:pPr>
                      <a:r>
                        <a:rPr lang="en-CA" sz="1200" kern="0">
                          <a:solidFill>
                            <a:schemeClr val="tx1"/>
                          </a:solidFill>
                          <a:effectLst/>
                        </a:rPr>
                        <a:t>Very true</a:t>
                      </a:r>
                      <a:endParaRPr lang="en-CA" sz="1200">
                        <a:solidFill>
                          <a:schemeClr val="tx1"/>
                        </a:solidFill>
                        <a:effectLst/>
                        <a:latin typeface="Arial Nova"/>
                      </a:endParaRPr>
                    </a:p>
                  </a:txBody>
                  <a:tcPr marL="51435" marR="51435" marT="0" marB="0" anchor="ctr"/>
                </a:tc>
                <a:extLst>
                  <a:ext uri="{0D108BD9-81ED-4DB2-BD59-A6C34878D82A}">
                    <a16:rowId xmlns:a16="http://schemas.microsoft.com/office/drawing/2014/main" val="2945358287"/>
                  </a:ext>
                </a:extLst>
              </a:tr>
              <a:tr h="455664">
                <a:tc>
                  <a:txBody>
                    <a:bodyPr/>
                    <a:lstStyle/>
                    <a:p>
                      <a:pPr>
                        <a:spcAft>
                          <a:spcPts val="0"/>
                        </a:spcAft>
                      </a:pPr>
                      <a:r>
                        <a:rPr lang="en-CA" sz="1200" kern="0">
                          <a:solidFill>
                            <a:schemeClr val="tx1"/>
                          </a:solidFill>
                          <a:effectLst/>
                        </a:rPr>
                        <a:t>6</a:t>
                      </a:r>
                      <a:endParaRPr lang="en-CA" sz="1200">
                        <a:solidFill>
                          <a:schemeClr val="tx1"/>
                        </a:solidFill>
                        <a:effectLst/>
                        <a:latin typeface="Arial Nova"/>
                      </a:endParaRPr>
                    </a:p>
                  </a:txBody>
                  <a:tcPr marL="51435" marR="51435" marT="0" marB="0"/>
                </a:tc>
                <a:tc>
                  <a:txBody>
                    <a:bodyPr/>
                    <a:lstStyle/>
                    <a:p>
                      <a:pPr>
                        <a:spcAft>
                          <a:spcPts val="0"/>
                        </a:spcAft>
                      </a:pPr>
                      <a:r>
                        <a:rPr lang="en-CA" sz="1200" kern="0">
                          <a:solidFill>
                            <a:schemeClr val="tx1"/>
                          </a:solidFill>
                          <a:effectLst/>
                        </a:rPr>
                        <a:t>The instructor's knowledge about the content of this course was…</a:t>
                      </a:r>
                      <a:endParaRPr lang="en-CA" sz="1200">
                        <a:solidFill>
                          <a:schemeClr val="tx1"/>
                        </a:solidFill>
                        <a:effectLst/>
                        <a:latin typeface="Arial Nova"/>
                      </a:endParaRPr>
                    </a:p>
                  </a:txBody>
                  <a:tcPr marL="51435" marR="51435" marT="0" marB="0" anchor="ctr"/>
                </a:tc>
                <a:tc>
                  <a:txBody>
                    <a:bodyPr/>
                    <a:lstStyle/>
                    <a:p>
                      <a:pPr algn="r">
                        <a:spcAft>
                          <a:spcPts val="0"/>
                        </a:spcAft>
                      </a:pPr>
                      <a:r>
                        <a:rPr lang="en-CA" sz="1200" kern="0">
                          <a:solidFill>
                            <a:schemeClr val="tx1"/>
                          </a:solidFill>
                          <a:effectLst/>
                        </a:rPr>
                        <a:t>Poor</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lgn="ctr">
                        <a:spcAft>
                          <a:spcPts val="0"/>
                        </a:spcAft>
                      </a:pPr>
                      <a:r>
                        <a:rPr lang="en-CA" sz="1200" kern="0">
                          <a:solidFill>
                            <a:schemeClr val="tx1"/>
                          </a:solidFill>
                          <a:effectLst/>
                        </a:rPr>
                        <a:t>○</a:t>
                      </a:r>
                      <a:endParaRPr lang="en-CA" sz="1200">
                        <a:solidFill>
                          <a:schemeClr val="tx1"/>
                        </a:solidFill>
                        <a:effectLst/>
                        <a:latin typeface="Arial Nova"/>
                      </a:endParaRPr>
                    </a:p>
                  </a:txBody>
                  <a:tcPr marL="51435" marR="51435" marT="0" marB="0" anchor="ctr"/>
                </a:tc>
                <a:tc>
                  <a:txBody>
                    <a:bodyPr/>
                    <a:lstStyle/>
                    <a:p>
                      <a:pPr>
                        <a:spcAft>
                          <a:spcPts val="0"/>
                        </a:spcAft>
                      </a:pPr>
                      <a:r>
                        <a:rPr lang="en-CA" sz="1200" kern="0">
                          <a:solidFill>
                            <a:schemeClr val="tx1"/>
                          </a:solidFill>
                          <a:effectLst/>
                        </a:rPr>
                        <a:t>Exceptional</a:t>
                      </a:r>
                      <a:endParaRPr lang="en-CA" sz="1200">
                        <a:solidFill>
                          <a:schemeClr val="tx1"/>
                        </a:solidFill>
                        <a:effectLst/>
                        <a:latin typeface="Arial Nova"/>
                      </a:endParaRPr>
                    </a:p>
                  </a:txBody>
                  <a:tcPr marL="51435" marR="51435" marT="0" marB="0" anchor="ctr"/>
                </a:tc>
                <a:extLst>
                  <a:ext uri="{0D108BD9-81ED-4DB2-BD59-A6C34878D82A}">
                    <a16:rowId xmlns:a16="http://schemas.microsoft.com/office/drawing/2014/main" val="1756747309"/>
                  </a:ext>
                </a:extLst>
              </a:tr>
            </a:tbl>
          </a:graphicData>
        </a:graphic>
      </p:graphicFrame>
      <p:sp>
        <p:nvSpPr>
          <p:cNvPr id="4" name="TextBox 3">
            <a:extLst>
              <a:ext uri="{FF2B5EF4-FFF2-40B4-BE49-F238E27FC236}">
                <a16:creationId xmlns:a16="http://schemas.microsoft.com/office/drawing/2014/main" id="{4B8DA5FF-8EC3-0524-EAAD-A5705EA7888F}"/>
              </a:ext>
            </a:extLst>
          </p:cNvPr>
          <p:cNvSpPr txBox="1"/>
          <p:nvPr/>
        </p:nvSpPr>
        <p:spPr>
          <a:xfrm>
            <a:off x="4680169" y="2517884"/>
            <a:ext cx="1828800" cy="1828800"/>
          </a:xfrm>
          <a:prstGeom prst="rect">
            <a:avLst/>
          </a:prstGeom>
          <a:noFill/>
        </p:spPr>
        <p:txBody>
          <a:bodyPr wrap="square" rtlCol="0">
            <a:spAutoFit/>
          </a:bodyPr>
          <a:lstStyle/>
          <a:p>
            <a:pPr algn="l"/>
            <a:endParaRPr lang="en-US"/>
          </a:p>
        </p:txBody>
      </p:sp>
      <p:sp>
        <p:nvSpPr>
          <p:cNvPr id="8" name="Content Placeholder 2">
            <a:extLst>
              <a:ext uri="{FF2B5EF4-FFF2-40B4-BE49-F238E27FC236}">
                <a16:creationId xmlns:a16="http://schemas.microsoft.com/office/drawing/2014/main" id="{E0B37194-E587-53E4-3853-2777EDA8A0E2}"/>
              </a:ext>
            </a:extLst>
          </p:cNvPr>
          <p:cNvSpPr>
            <a:spLocks noGrp="1"/>
          </p:cNvSpPr>
          <p:nvPr/>
        </p:nvSpPr>
        <p:spPr bwMode="auto">
          <a:xfrm>
            <a:off x="699492" y="1593058"/>
            <a:ext cx="7745016" cy="924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0" indent="0">
              <a:buNone/>
            </a:pPr>
            <a:r>
              <a:rPr lang="en-CA" sz="2600"/>
              <a:t>Please note that there are different descriptive anchors for each question</a:t>
            </a:r>
            <a:endParaRPr lang="en-US" sz="2600"/>
          </a:p>
        </p:txBody>
      </p:sp>
      <p:sp>
        <p:nvSpPr>
          <p:cNvPr id="6" name="Oval 5">
            <a:extLst>
              <a:ext uri="{FF2B5EF4-FFF2-40B4-BE49-F238E27FC236}">
                <a16:creationId xmlns:a16="http://schemas.microsoft.com/office/drawing/2014/main" id="{574896D1-0E9B-A801-4589-F027B1EB5FC1}"/>
              </a:ext>
            </a:extLst>
          </p:cNvPr>
          <p:cNvSpPr/>
          <p:nvPr/>
        </p:nvSpPr>
        <p:spPr>
          <a:xfrm>
            <a:off x="3857625" y="2809469"/>
            <a:ext cx="1428750" cy="446196"/>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04E7D9D4-CD22-2DA7-7C66-96DD34B14F7B}"/>
              </a:ext>
            </a:extLst>
          </p:cNvPr>
          <p:cNvSpPr/>
          <p:nvPr/>
        </p:nvSpPr>
        <p:spPr>
          <a:xfrm>
            <a:off x="6756826" y="2764741"/>
            <a:ext cx="1428750" cy="446196"/>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9" name="Oval 8">
            <a:extLst>
              <a:ext uri="{FF2B5EF4-FFF2-40B4-BE49-F238E27FC236}">
                <a16:creationId xmlns:a16="http://schemas.microsoft.com/office/drawing/2014/main" id="{7E874B90-8AAF-3C3D-50BC-E138442302A0}"/>
              </a:ext>
            </a:extLst>
          </p:cNvPr>
          <p:cNvSpPr/>
          <p:nvPr/>
        </p:nvSpPr>
        <p:spPr>
          <a:xfrm>
            <a:off x="3886201" y="3734295"/>
            <a:ext cx="1428750" cy="446196"/>
          </a:xfrm>
          <a:prstGeom prst="ellipse">
            <a:avLst/>
          </a:prstGeom>
          <a:noFill/>
          <a:ln w="28575">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10" name="Oval 9">
            <a:extLst>
              <a:ext uri="{FF2B5EF4-FFF2-40B4-BE49-F238E27FC236}">
                <a16:creationId xmlns:a16="http://schemas.microsoft.com/office/drawing/2014/main" id="{37DAF0B0-F527-51CD-B7EB-C6D9544016C5}"/>
              </a:ext>
            </a:extLst>
          </p:cNvPr>
          <p:cNvSpPr/>
          <p:nvPr/>
        </p:nvSpPr>
        <p:spPr>
          <a:xfrm>
            <a:off x="6901606" y="3686617"/>
            <a:ext cx="1428750" cy="446196"/>
          </a:xfrm>
          <a:prstGeom prst="ellipse">
            <a:avLst/>
          </a:prstGeom>
          <a:noFill/>
          <a:ln w="28575">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818613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0004E-E427-50AB-92BF-631B4EB59298}"/>
              </a:ext>
            </a:extLst>
          </p:cNvPr>
          <p:cNvSpPr>
            <a:spLocks noGrp="1"/>
          </p:cNvSpPr>
          <p:nvPr>
            <p:ph type="title"/>
          </p:nvPr>
        </p:nvSpPr>
        <p:spPr>
          <a:xfrm>
            <a:off x="613059" y="295729"/>
            <a:ext cx="7470697" cy="1050398"/>
          </a:xfrm>
        </p:spPr>
        <p:txBody>
          <a:bodyPr/>
          <a:lstStyle/>
          <a:p>
            <a:r>
              <a:rPr lang="en-US">
                <a:solidFill>
                  <a:srgbClr val="004070"/>
                </a:solidFill>
              </a:rPr>
              <a:t>Constructive Feedback</a:t>
            </a:r>
            <a:endParaRPr lang="en-CA">
              <a:solidFill>
                <a:srgbClr val="004070"/>
              </a:solidFill>
            </a:endParaRPr>
          </a:p>
        </p:txBody>
      </p:sp>
      <p:sp>
        <p:nvSpPr>
          <p:cNvPr id="3" name="Content Placeholder 2">
            <a:extLst>
              <a:ext uri="{FF2B5EF4-FFF2-40B4-BE49-F238E27FC236}">
                <a16:creationId xmlns:a16="http://schemas.microsoft.com/office/drawing/2014/main" id="{D267D493-E81B-008B-5C42-8006AAFEA305}"/>
              </a:ext>
            </a:extLst>
          </p:cNvPr>
          <p:cNvSpPr>
            <a:spLocks noGrp="1"/>
          </p:cNvSpPr>
          <p:nvPr>
            <p:ph sz="half" idx="1"/>
          </p:nvPr>
        </p:nvSpPr>
        <p:spPr>
          <a:xfrm>
            <a:off x="513047" y="1346127"/>
            <a:ext cx="8230899" cy="4707432"/>
          </a:xfrm>
        </p:spPr>
        <p:txBody>
          <a:bodyPr>
            <a:noAutofit/>
          </a:bodyPr>
          <a:lstStyle/>
          <a:p>
            <a:r>
              <a:rPr lang="en-CA">
                <a:ea typeface="MS PGothic"/>
              </a:rPr>
              <a:t>Feedback should "feed-forward” </a:t>
            </a:r>
            <a:endParaRPr lang="en-CA"/>
          </a:p>
          <a:p>
            <a:r>
              <a:rPr lang="en-CA">
                <a:ea typeface="MS PGothic"/>
              </a:rPr>
              <a:t>Note, feedback can be influenced by unconscious or unintentional biases - try to focus your answers on the content of the course and your opinions about the quality of instruction</a:t>
            </a:r>
          </a:p>
          <a:p>
            <a:r>
              <a:rPr lang="en-CA"/>
              <a:t>Demographic questions are asked to help the University understand the impact of different factors on the ratings - instructors will not be able to see this information </a:t>
            </a:r>
          </a:p>
        </p:txBody>
      </p:sp>
      <p:sp>
        <p:nvSpPr>
          <p:cNvPr id="5" name="Slide Number Placeholder 4">
            <a:extLst>
              <a:ext uri="{FF2B5EF4-FFF2-40B4-BE49-F238E27FC236}">
                <a16:creationId xmlns:a16="http://schemas.microsoft.com/office/drawing/2014/main" id="{39CBC100-DAE6-2157-8D6B-01D3BBB8819A}"/>
              </a:ext>
            </a:extLst>
          </p:cNvPr>
          <p:cNvSpPr>
            <a:spLocks noGrp="1"/>
          </p:cNvSpPr>
          <p:nvPr>
            <p:ph type="sldNum" sz="quarter" idx="12"/>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8EB47EC-A34D-4B5D-9F3B-F45326193F13}" type="slidenum">
              <a:rPr lang="en-CA" smtClean="0"/>
              <a:pPr/>
              <a:t>6</a:t>
            </a:fld>
            <a:endParaRPr lang="en-CA"/>
          </a:p>
        </p:txBody>
      </p:sp>
    </p:spTree>
    <p:extLst>
      <p:ext uri="{BB962C8B-B14F-4D97-AF65-F5344CB8AC3E}">
        <p14:creationId xmlns:p14="http://schemas.microsoft.com/office/powerpoint/2010/main" val="3922289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2690F-E2B6-B0CD-9B30-D565A2C9FE50}"/>
              </a:ext>
            </a:extLst>
          </p:cNvPr>
          <p:cNvSpPr>
            <a:spLocks noGrp="1"/>
          </p:cNvSpPr>
          <p:nvPr>
            <p:ph type="title"/>
          </p:nvPr>
        </p:nvSpPr>
        <p:spPr>
          <a:xfrm>
            <a:off x="457200" y="731837"/>
            <a:ext cx="8229600" cy="1143000"/>
          </a:xfrm>
        </p:spPr>
        <p:txBody>
          <a:bodyPr/>
          <a:lstStyle/>
          <a:p>
            <a:r>
              <a:rPr lang="en-US" sz="4000" b="1"/>
              <a:t>Please take ~10 minutes to complete the survey</a:t>
            </a:r>
            <a:endParaRPr lang="en-CA" sz="4000" b="1"/>
          </a:p>
        </p:txBody>
      </p:sp>
      <p:sp>
        <p:nvSpPr>
          <p:cNvPr id="3" name="Content Placeholder 2">
            <a:extLst>
              <a:ext uri="{FF2B5EF4-FFF2-40B4-BE49-F238E27FC236}">
                <a16:creationId xmlns:a16="http://schemas.microsoft.com/office/drawing/2014/main" id="{FEDE3553-58F5-C4EE-537E-0B3D2BF9E989}"/>
              </a:ext>
            </a:extLst>
          </p:cNvPr>
          <p:cNvSpPr>
            <a:spLocks noGrp="1"/>
          </p:cNvSpPr>
          <p:nvPr>
            <p:ph idx="1"/>
          </p:nvPr>
        </p:nvSpPr>
        <p:spPr>
          <a:xfrm>
            <a:off x="142875" y="2357438"/>
            <a:ext cx="8815388" cy="3768725"/>
          </a:xfrm>
        </p:spPr>
        <p:txBody>
          <a:bodyPr/>
          <a:lstStyle/>
          <a:p>
            <a:pPr marL="0" indent="0">
              <a:buNone/>
            </a:pPr>
            <a:r>
              <a:rPr lang="en-US" sz="2100" b="1">
                <a:effectLst/>
                <a:latin typeface="Arial"/>
                <a:ea typeface="Calibri" panose="020F0502020204030204" pitchFamily="34" charset="0"/>
                <a:cs typeface="Arial"/>
              </a:rPr>
              <a:t>Go to: </a:t>
            </a:r>
            <a:r>
              <a:rPr lang="en-US" sz="2100" b="1">
                <a:effectLst/>
                <a:latin typeface="Arial"/>
                <a:ea typeface="Calibri" panose="020F0502020204030204" pitchFamily="34" charset="0"/>
                <a:cs typeface="Arial"/>
                <a:hlinkClick r:id="rId3">
                  <a:extLst>
                    <a:ext uri="{A12FA001-AC4F-418D-AE19-62706E023703}">
                      <ahyp:hlinkClr xmlns:ahyp="http://schemas.microsoft.com/office/drawing/2018/hyperlinkcolor" val="tx"/>
                    </a:ext>
                  </a:extLst>
                </a:hlinkClick>
              </a:rPr>
              <a:t>ask.Uwindsor</a:t>
            </a:r>
            <a:r>
              <a:rPr lang="en-US" sz="2100" b="1">
                <a:latin typeface="Arial"/>
                <a:ea typeface="Calibri" panose="020F0502020204030204" pitchFamily="34" charset="0"/>
                <a:cs typeface="Arial"/>
                <a:hlinkClick r:id="rId3">
                  <a:extLst>
                    <a:ext uri="{A12FA001-AC4F-418D-AE19-62706E023703}">
                      <ahyp:hlinkClr xmlns:ahyp="http://schemas.microsoft.com/office/drawing/2018/hyperlinkcolor" val="tx"/>
                    </a:ext>
                  </a:extLst>
                </a:hlinkClick>
              </a:rPr>
              <a:t>.ca</a:t>
            </a:r>
            <a:r>
              <a:rPr lang="en-US" sz="2100" b="1">
                <a:latin typeface="Arial"/>
                <a:ea typeface="Calibri" panose="020F0502020204030204" pitchFamily="34" charset="0"/>
                <a:cs typeface="Arial"/>
              </a:rPr>
              <a:t> </a:t>
            </a:r>
            <a:r>
              <a:rPr lang="en-US" sz="2100" b="1">
                <a:latin typeface="Arial"/>
                <a:ea typeface="Calibri" panose="020F0502020204030204" pitchFamily="34" charset="0"/>
                <a:cs typeface="Arial"/>
                <a:sym typeface="Wingdings" pitchFamily="2" charset="2"/>
              </a:rPr>
              <a:t> “</a:t>
            </a:r>
            <a:r>
              <a:rPr lang="en-CA" sz="2100" b="1">
                <a:effectLst/>
                <a:latin typeface="Arial"/>
                <a:ea typeface="Calibri" panose="020F0502020204030204" pitchFamily="34" charset="0"/>
                <a:cs typeface="Arial"/>
              </a:rPr>
              <a:t>How do I access and complete an online SPT?”</a:t>
            </a:r>
          </a:p>
          <a:p>
            <a:pPr marL="0" indent="0">
              <a:buNone/>
            </a:pPr>
            <a:endParaRPr lang="en-US" sz="1000">
              <a:latin typeface="Arial" panose="020B0604020202020204" pitchFamily="34" charset="0"/>
              <a:cs typeface="Arial" panose="020B0604020202020204" pitchFamily="34" charset="0"/>
            </a:endParaRPr>
          </a:p>
          <a:p>
            <a:pPr lvl="1">
              <a:buFont typeface="Arial" panose="020B0604020202020204" pitchFamily="34" charset="0"/>
              <a:buChar char="•"/>
            </a:pPr>
            <a:r>
              <a:rPr lang="en-CA" sz="2300" i="1">
                <a:effectLst/>
                <a:ea typeface="Calibri" panose="020F0502020204030204" pitchFamily="34" charset="0"/>
              </a:rPr>
              <a:t>The system may have slight delays loading as we work through the initial implementation phase</a:t>
            </a:r>
          </a:p>
          <a:p>
            <a:pPr lvl="1">
              <a:buFont typeface="Arial" panose="020B0604020202020204" pitchFamily="34" charset="0"/>
              <a:buChar char="•"/>
            </a:pPr>
            <a:r>
              <a:rPr lang="en-US" sz="2300">
                <a:ea typeface="MS PGothic"/>
              </a:rPr>
              <a:t>Questions? Reach out to spt@uwindsor.ca</a:t>
            </a:r>
            <a:endParaRPr lang="en-US" sz="2300" b="1">
              <a:ea typeface="MS PGothic"/>
            </a:endParaRPr>
          </a:p>
          <a:p>
            <a:pPr marL="0" indent="0" algn="ctr">
              <a:buNone/>
            </a:pPr>
            <a:endParaRPr lang="en-US" sz="3000" b="1"/>
          </a:p>
          <a:p>
            <a:pPr marL="0" indent="0" algn="ctr">
              <a:buNone/>
            </a:pPr>
            <a:r>
              <a:rPr lang="en-US" sz="3000" b="1">
                <a:ea typeface="MS PGothic"/>
              </a:rPr>
              <a:t>Thank you!  </a:t>
            </a:r>
            <a:endParaRPr lang="en-US" sz="3000" b="1"/>
          </a:p>
          <a:p>
            <a:pPr marL="0" indent="0">
              <a:buNone/>
            </a:pPr>
            <a:endParaRPr lang="en-CA"/>
          </a:p>
        </p:txBody>
      </p:sp>
    </p:spTree>
    <p:extLst>
      <p:ext uri="{BB962C8B-B14F-4D97-AF65-F5344CB8AC3E}">
        <p14:creationId xmlns:p14="http://schemas.microsoft.com/office/powerpoint/2010/main" val="4429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18E624-BC9B-D5F0-71B4-2D7DF724DE4C}"/>
              </a:ext>
            </a:extLst>
          </p:cNvPr>
          <p:cNvSpPr>
            <a:spLocks noGrp="1"/>
          </p:cNvSpPr>
          <p:nvPr>
            <p:ph type="title"/>
          </p:nvPr>
        </p:nvSpPr>
        <p:spPr>
          <a:xfrm>
            <a:off x="457200" y="126048"/>
            <a:ext cx="8229600" cy="1182968"/>
          </a:xfrm>
        </p:spPr>
        <p:txBody>
          <a:bodyPr/>
          <a:lstStyle/>
          <a:p>
            <a:r>
              <a:rPr lang="en-CA" sz="3200">
                <a:ea typeface="MS PGothic"/>
                <a:cs typeface="Arial"/>
              </a:rPr>
              <a:t>Log into </a:t>
            </a:r>
            <a:r>
              <a:rPr lang="en-CA" sz="3200" err="1">
                <a:ea typeface="MS PGothic"/>
                <a:cs typeface="Arial"/>
              </a:rPr>
              <a:t>UWinsite</a:t>
            </a:r>
            <a:r>
              <a:rPr lang="en-CA" sz="3200">
                <a:ea typeface="MS PGothic"/>
                <a:cs typeface="Arial"/>
              </a:rPr>
              <a:t> and select </a:t>
            </a:r>
            <a:br>
              <a:rPr lang="en-CA" sz="3200">
                <a:cs typeface="Arial"/>
              </a:rPr>
            </a:br>
            <a:r>
              <a:rPr lang="en-CA" sz="3200">
                <a:ea typeface="MS PGothic"/>
                <a:cs typeface="Arial"/>
              </a:rPr>
              <a:t>My Academics</a:t>
            </a:r>
            <a:endParaRPr lang="en-US">
              <a:ea typeface="MS PGothic"/>
            </a:endParaRPr>
          </a:p>
        </p:txBody>
      </p:sp>
      <p:pic>
        <p:nvPicPr>
          <p:cNvPr id="4" name="Picture 3" descr="A screenshot of a computer&#10;&#10;Description automatically generated">
            <a:extLst>
              <a:ext uri="{FF2B5EF4-FFF2-40B4-BE49-F238E27FC236}">
                <a16:creationId xmlns:a16="http://schemas.microsoft.com/office/drawing/2014/main" id="{13542121-4B65-24B0-A9E8-620471AC52A1}"/>
              </a:ext>
            </a:extLst>
          </p:cNvPr>
          <p:cNvPicPr>
            <a:picLocks noChangeAspect="1"/>
          </p:cNvPicPr>
          <p:nvPr/>
        </p:nvPicPr>
        <p:blipFill>
          <a:blip r:embed="rId2"/>
          <a:stretch>
            <a:fillRect/>
          </a:stretch>
        </p:blipFill>
        <p:spPr>
          <a:xfrm>
            <a:off x="325926" y="1110734"/>
            <a:ext cx="8378980" cy="4489412"/>
          </a:xfrm>
          <a:prstGeom prst="rect">
            <a:avLst/>
          </a:prstGeom>
        </p:spPr>
      </p:pic>
    </p:spTree>
    <p:extLst>
      <p:ext uri="{BB962C8B-B14F-4D97-AF65-F5344CB8AC3E}">
        <p14:creationId xmlns:p14="http://schemas.microsoft.com/office/powerpoint/2010/main" val="909560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59205C-A69D-5516-22B0-8DAD4B6806D3}"/>
              </a:ext>
            </a:extLst>
          </p:cNvPr>
          <p:cNvSpPr>
            <a:spLocks noGrp="1"/>
          </p:cNvSpPr>
          <p:nvPr>
            <p:ph type="title"/>
          </p:nvPr>
        </p:nvSpPr>
        <p:spPr>
          <a:xfrm>
            <a:off x="468516" y="104886"/>
            <a:ext cx="8218284" cy="741161"/>
          </a:xfrm>
        </p:spPr>
        <p:txBody>
          <a:bodyPr/>
          <a:lstStyle/>
          <a:p>
            <a:r>
              <a:rPr lang="en-US" sz="2400">
                <a:ea typeface="MS PGothic"/>
                <a:cs typeface="Arial"/>
              </a:rPr>
              <a:t>Select Student Perception of Teaching</a:t>
            </a:r>
            <a:br>
              <a:rPr lang="en-US" sz="2400">
                <a:cs typeface="Arial"/>
              </a:rPr>
            </a:br>
            <a:r>
              <a:rPr lang="en-US" sz="2400">
                <a:ea typeface="MS PGothic"/>
                <a:cs typeface="Arial"/>
              </a:rPr>
              <a:t> from the menu and press Start</a:t>
            </a:r>
            <a:endParaRPr lang="en-US" sz="2400">
              <a:ea typeface="MS PGothic"/>
            </a:endParaRPr>
          </a:p>
        </p:txBody>
      </p:sp>
      <p:pic>
        <p:nvPicPr>
          <p:cNvPr id="8" name="Picture 7">
            <a:extLst>
              <a:ext uri="{FF2B5EF4-FFF2-40B4-BE49-F238E27FC236}">
                <a16:creationId xmlns:a16="http://schemas.microsoft.com/office/drawing/2014/main" id="{D813B0AD-BCE9-950D-D2C8-DE7F36245EEF}"/>
              </a:ext>
            </a:extLst>
          </p:cNvPr>
          <p:cNvPicPr>
            <a:picLocks noChangeAspect="1"/>
          </p:cNvPicPr>
          <p:nvPr/>
        </p:nvPicPr>
        <p:blipFill>
          <a:blip r:embed="rId3"/>
          <a:stretch>
            <a:fillRect/>
          </a:stretch>
        </p:blipFill>
        <p:spPr>
          <a:xfrm>
            <a:off x="610094" y="833174"/>
            <a:ext cx="6362087" cy="4490007"/>
          </a:xfrm>
          <a:prstGeom prst="rect">
            <a:avLst/>
          </a:prstGeom>
        </p:spPr>
      </p:pic>
      <p:pic>
        <p:nvPicPr>
          <p:cNvPr id="3" name="Picture 2">
            <a:extLst>
              <a:ext uri="{FF2B5EF4-FFF2-40B4-BE49-F238E27FC236}">
                <a16:creationId xmlns:a16="http://schemas.microsoft.com/office/drawing/2014/main" id="{B72CFD6F-65C9-3C96-FAF2-EA2FD54F0DC0}"/>
              </a:ext>
            </a:extLst>
          </p:cNvPr>
          <p:cNvPicPr>
            <a:picLocks noChangeAspect="1"/>
          </p:cNvPicPr>
          <p:nvPr/>
        </p:nvPicPr>
        <p:blipFill>
          <a:blip r:embed="rId4"/>
          <a:stretch>
            <a:fillRect/>
          </a:stretch>
        </p:blipFill>
        <p:spPr>
          <a:xfrm>
            <a:off x="473043" y="5311369"/>
            <a:ext cx="6636190" cy="977014"/>
          </a:xfrm>
          <a:prstGeom prst="rect">
            <a:avLst/>
          </a:prstGeom>
        </p:spPr>
      </p:pic>
      <p:sp>
        <p:nvSpPr>
          <p:cNvPr id="4" name="TextBox 3">
            <a:extLst>
              <a:ext uri="{FF2B5EF4-FFF2-40B4-BE49-F238E27FC236}">
                <a16:creationId xmlns:a16="http://schemas.microsoft.com/office/drawing/2014/main" id="{0D3FC3DB-47AF-2701-CCF7-DEDB293B769F}"/>
              </a:ext>
            </a:extLst>
          </p:cNvPr>
          <p:cNvSpPr txBox="1"/>
          <p:nvPr/>
        </p:nvSpPr>
        <p:spPr>
          <a:xfrm>
            <a:off x="6492062" y="976907"/>
            <a:ext cx="2674858" cy="3970318"/>
          </a:xfrm>
          <a:prstGeom prst="rect">
            <a:avLst/>
          </a:prstGeom>
          <a:noFill/>
        </p:spPr>
        <p:txBody>
          <a:bodyPr wrap="square" rtlCol="0">
            <a:spAutoFit/>
          </a:bodyPr>
          <a:lstStyle/>
          <a:p>
            <a:r>
              <a:rPr lang="en-CA" dirty="0">
                <a:solidFill>
                  <a:srgbClr val="FF0000"/>
                </a:solidFill>
              </a:rPr>
              <a:t>Please note that the </a:t>
            </a:r>
            <a:r>
              <a:rPr lang="en-US" dirty="0">
                <a:solidFill>
                  <a:srgbClr val="FF0000"/>
                </a:solidFill>
              </a:rPr>
              <a:t>S</a:t>
            </a:r>
            <a:r>
              <a:rPr lang="en-CA" dirty="0">
                <a:solidFill>
                  <a:srgbClr val="FF0000"/>
                </a:solidFill>
              </a:rPr>
              <a:t>tart </a:t>
            </a:r>
            <a:r>
              <a:rPr lang="en-US" dirty="0">
                <a:solidFill>
                  <a:srgbClr val="FF0000"/>
                </a:solidFill>
              </a:rPr>
              <a:t>B</a:t>
            </a:r>
            <a:r>
              <a:rPr lang="en-CA" dirty="0" err="1">
                <a:solidFill>
                  <a:srgbClr val="FF0000"/>
                </a:solidFill>
              </a:rPr>
              <a:t>utton</a:t>
            </a:r>
            <a:r>
              <a:rPr lang="en-CA" dirty="0">
                <a:solidFill>
                  <a:srgbClr val="FF0000"/>
                </a:solidFill>
              </a:rPr>
              <a:t> is active during the </a:t>
            </a:r>
            <a:r>
              <a:rPr lang="en-CA">
                <a:solidFill>
                  <a:srgbClr val="FF0000"/>
                </a:solidFill>
              </a:rPr>
              <a:t>last two weeks </a:t>
            </a:r>
            <a:r>
              <a:rPr lang="en-CA" dirty="0">
                <a:solidFill>
                  <a:srgbClr val="FF0000"/>
                </a:solidFill>
              </a:rPr>
              <a:t>of classes only. </a:t>
            </a:r>
            <a:r>
              <a:rPr lang="en-CA" dirty="0"/>
              <a:t>You will not be able to complete your course SPT prior to this time or once your term has completed. SPTs will show UNAVAILABLE if they are not active. Follow the instructions within the SPT to complete and submit.</a:t>
            </a:r>
          </a:p>
        </p:txBody>
      </p:sp>
    </p:spTree>
    <p:extLst>
      <p:ext uri="{BB962C8B-B14F-4D97-AF65-F5344CB8AC3E}">
        <p14:creationId xmlns:p14="http://schemas.microsoft.com/office/powerpoint/2010/main" val="1008002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8FEA2-541E-45A4-7665-349216488CAB}"/>
              </a:ext>
            </a:extLst>
          </p:cNvPr>
          <p:cNvSpPr>
            <a:spLocks noGrp="1"/>
          </p:cNvSpPr>
          <p:nvPr>
            <p:ph type="title"/>
          </p:nvPr>
        </p:nvSpPr>
        <p:spPr/>
        <p:txBody>
          <a:bodyPr/>
          <a:lstStyle/>
          <a:p>
            <a:r>
              <a:rPr lang="en-US">
                <a:ea typeface="MS PGothic"/>
              </a:rPr>
              <a:t>Resources </a:t>
            </a:r>
            <a:endParaRPr lang="en-US"/>
          </a:p>
        </p:txBody>
      </p:sp>
      <p:sp>
        <p:nvSpPr>
          <p:cNvPr id="3" name="Content Placeholder 2">
            <a:extLst>
              <a:ext uri="{FF2B5EF4-FFF2-40B4-BE49-F238E27FC236}">
                <a16:creationId xmlns:a16="http://schemas.microsoft.com/office/drawing/2014/main" id="{BE18C9F7-FAD8-DFDB-C6A5-75E049C2B7C0}"/>
              </a:ext>
            </a:extLst>
          </p:cNvPr>
          <p:cNvSpPr>
            <a:spLocks noGrp="1"/>
          </p:cNvSpPr>
          <p:nvPr>
            <p:ph idx="1"/>
          </p:nvPr>
        </p:nvSpPr>
        <p:spPr/>
        <p:txBody>
          <a:bodyPr/>
          <a:lstStyle/>
          <a:p>
            <a:pPr marL="0" indent="0">
              <a:buNone/>
            </a:pPr>
            <a:r>
              <a:rPr lang="en-US" sz="1800" b="1">
                <a:ea typeface="MS PGothic"/>
                <a:cs typeface="Arial"/>
              </a:rPr>
              <a:t>Step by step guide to access SPTs: </a:t>
            </a:r>
            <a:endParaRPr lang="en-US" sz="1800">
              <a:ea typeface="MS PGothic"/>
              <a:cs typeface="+mn-lt"/>
            </a:endParaRPr>
          </a:p>
          <a:p>
            <a:pPr marL="0" indent="0">
              <a:buNone/>
            </a:pPr>
            <a:r>
              <a:rPr lang="en-US" sz="1800">
                <a:ea typeface="+mn-lt"/>
                <a:cs typeface="+mn-lt"/>
                <a:hlinkClick r:id="rId2"/>
              </a:rPr>
              <a:t>https://ask.uwindsor.ca/app/answers/detail/a_id/176/~/how-do-i-access-and-complete-online-student-perceptions-of-teaching-%28spt%29%3F</a:t>
            </a:r>
            <a:endParaRPr lang="en-US" sz="1800">
              <a:ea typeface="MS PGothic"/>
              <a:cs typeface="+mn-lt"/>
            </a:endParaRPr>
          </a:p>
          <a:p>
            <a:pPr marL="0" indent="0">
              <a:buNone/>
            </a:pPr>
            <a:br>
              <a:rPr lang="en-US" sz="1800" b="1">
                <a:cs typeface="Arial"/>
              </a:rPr>
            </a:br>
            <a:r>
              <a:rPr lang="en-US" sz="1800" b="1">
                <a:ea typeface="MS PGothic"/>
                <a:cs typeface="Arial"/>
              </a:rPr>
              <a:t>Technical issues? Submit a ticket: </a:t>
            </a:r>
            <a:r>
              <a:rPr lang="en-US" sz="1800">
                <a:ea typeface="+mn-lt"/>
                <a:cs typeface="+mn-lt"/>
                <a:hlinkClick r:id="rId3"/>
              </a:rPr>
              <a:t>Service - Student Perception of Teach... (teamdynamix.com)</a:t>
            </a:r>
            <a:endParaRPr lang="en-US" sz="1800">
              <a:ea typeface="MS PGothic"/>
              <a:cs typeface="Arial"/>
            </a:endParaRPr>
          </a:p>
          <a:p>
            <a:pPr marL="0" indent="0">
              <a:buNone/>
            </a:pPr>
            <a:br>
              <a:rPr lang="en-US" sz="1800" b="1">
                <a:cs typeface="Arial"/>
              </a:rPr>
            </a:br>
            <a:br>
              <a:rPr lang="en-US" sz="1800" b="1">
                <a:cs typeface="Arial"/>
              </a:rPr>
            </a:br>
            <a:r>
              <a:rPr lang="en-US" sz="1800" b="1">
                <a:ea typeface="MS PGothic"/>
                <a:cs typeface="Arial"/>
              </a:rPr>
              <a:t>Questions? </a:t>
            </a:r>
            <a:r>
              <a:rPr lang="en-US" sz="1800" b="1">
                <a:ea typeface="MS PGothic"/>
                <a:cs typeface="Arial"/>
                <a:hlinkClick r:id="rId4"/>
              </a:rPr>
              <a:t>spt@uwindsor.ca</a:t>
            </a:r>
            <a:endParaRPr lang="en-US" sz="1800">
              <a:ea typeface="MS PGothic"/>
              <a:cs typeface="Arial"/>
            </a:endParaRPr>
          </a:p>
          <a:p>
            <a:pPr marL="0" indent="0">
              <a:buNone/>
            </a:pPr>
            <a:endParaRPr lang="en-US" sz="1800" b="1">
              <a:ea typeface="MS PGothic"/>
              <a:cs typeface="Arial"/>
            </a:endParaRPr>
          </a:p>
        </p:txBody>
      </p:sp>
    </p:spTree>
    <p:extLst>
      <p:ext uri="{BB962C8B-B14F-4D97-AF65-F5344CB8AC3E}">
        <p14:creationId xmlns:p14="http://schemas.microsoft.com/office/powerpoint/2010/main" val="1999550682"/>
      </p:ext>
    </p:extLst>
  </p:cSld>
  <p:clrMapOvr>
    <a:masterClrMapping/>
  </p:clrMapOvr>
</p:sld>
</file>

<file path=ppt/theme/theme1.xml><?xml version="1.0" encoding="utf-8"?>
<a:theme xmlns:a="http://schemas.openxmlformats.org/drawingml/2006/main" name="UWindsorTemplate2023">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f5d7a469-fe64-4448-87cf-2742129cfb53">
      <UserInfo>
        <DisplayName>Cindy Wills</DisplayName>
        <AccountId>14</AccountId>
        <AccountType/>
      </UserInfo>
      <UserInfo>
        <DisplayName>Erika Kustra</DisplayName>
        <AccountId>66</AccountId>
        <AccountType/>
      </UserInfo>
      <UserInfo>
        <DisplayName>Anne Mullen</DisplayName>
        <AccountId>110</AccountId>
        <AccountType/>
      </UserInfo>
      <UserInfo>
        <DisplayName>Benjamin Tejas Portelles</DisplayName>
        <AccountId>103</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08BF3A870D76D4684721B1F67163593" ma:contentTypeVersion="6" ma:contentTypeDescription="Create a new document." ma:contentTypeScope="" ma:versionID="e1fb89df8a93484b654b14ad80bbd935">
  <xsd:schema xmlns:xsd="http://www.w3.org/2001/XMLSchema" xmlns:xs="http://www.w3.org/2001/XMLSchema" xmlns:p="http://schemas.microsoft.com/office/2006/metadata/properties" xmlns:ns2="f5d7a469-fe64-4448-87cf-2742129cfb53" xmlns:ns3="77314a4b-68b6-4571-8908-7ec80d6a7ca4" targetNamespace="http://schemas.microsoft.com/office/2006/metadata/properties" ma:root="true" ma:fieldsID="8387e0e838543eaf16b1253f0857eafe" ns2:_="" ns3:_="">
    <xsd:import namespace="f5d7a469-fe64-4448-87cf-2742129cfb53"/>
    <xsd:import namespace="77314a4b-68b6-4571-8908-7ec80d6a7ca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d7a469-fe64-4448-87cf-2742129cfb53"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314a4b-68b6-4571-8908-7ec80d6a7ca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B05EC0-84EA-45DD-B779-C792F3BE8B52}">
  <ds:schemaRefs>
    <ds:schemaRef ds:uri="http://schemas.microsoft.com/sharepoint/v3/contenttype/forms"/>
  </ds:schemaRefs>
</ds:datastoreItem>
</file>

<file path=customXml/itemProps2.xml><?xml version="1.0" encoding="utf-8"?>
<ds:datastoreItem xmlns:ds="http://schemas.openxmlformats.org/officeDocument/2006/customXml" ds:itemID="{AE085D9E-7C49-4015-BD9D-A421317E3345}">
  <ds:schemaRefs>
    <ds:schemaRef ds:uri="573c1284-21ca-465f-8106-d32e19991de8"/>
    <ds:schemaRef ds:uri="7f14a71d-b9d5-46bb-bf60-24e5a069afce"/>
    <ds:schemaRef ds:uri="http://schemas.microsoft.com/office/2006/metadata/properties"/>
    <ds:schemaRef ds:uri="http://schemas.microsoft.com/office/infopath/2007/PartnerControls"/>
    <ds:schemaRef ds:uri="http://www.w3.org/2000/xmlns/"/>
    <ds:schemaRef ds:uri="http://www.w3.org/2001/XMLSchema-instance"/>
    <ds:schemaRef ds:uri="f5d7a469-fe64-4448-87cf-2742129cfb53"/>
  </ds:schemaRefs>
</ds:datastoreItem>
</file>

<file path=customXml/itemProps3.xml><?xml version="1.0" encoding="utf-8"?>
<ds:datastoreItem xmlns:ds="http://schemas.openxmlformats.org/officeDocument/2006/customXml" ds:itemID="{96F95703-556C-4256-A47A-06CD6EB80E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5d7a469-fe64-4448-87cf-2742129cfb53"/>
    <ds:schemaRef ds:uri="77314a4b-68b6-4571-8908-7ec80d6a7c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UWindsorTemplate.pot</Template>
  <TotalTime>4</TotalTime>
  <Words>790</Words>
  <Application>Microsoft Office PowerPoint</Application>
  <PresentationFormat>On-screen Show (4:3)</PresentationFormat>
  <Paragraphs>135</Paragraphs>
  <Slides>10</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MS PGothic</vt:lpstr>
      <vt:lpstr>Arial</vt:lpstr>
      <vt:lpstr>Arial Nova</vt:lpstr>
      <vt:lpstr>Calibri</vt:lpstr>
      <vt:lpstr>Roboto</vt:lpstr>
      <vt:lpstr>UWindsorTemplate2023</vt:lpstr>
      <vt:lpstr>  Student Perceptions of Teaching (SPT)     </vt:lpstr>
      <vt:lpstr>Purpose</vt:lpstr>
      <vt:lpstr>Process</vt:lpstr>
      <vt:lpstr>Survey: Areas of Focus</vt:lpstr>
      <vt:lpstr> Example of Question Style</vt:lpstr>
      <vt:lpstr>Constructive Feedback</vt:lpstr>
      <vt:lpstr>Please take ~10 minutes to complete the survey</vt:lpstr>
      <vt:lpstr>Log into UWinsite and select  My Academics</vt:lpstr>
      <vt:lpstr>Select Student Perception of Teaching  from the menu and press Start</vt:lpstr>
      <vt:lpstr>Resources </vt:lpstr>
    </vt:vector>
  </TitlesOfParts>
  <Company>University of Windsor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Robert Aitkens</dc:creator>
  <cp:lastModifiedBy>Anne Mullen</cp:lastModifiedBy>
  <cp:revision>11</cp:revision>
  <cp:lastPrinted>2020-09-09T23:48:31Z</cp:lastPrinted>
  <dcterms:created xsi:type="dcterms:W3CDTF">2010-12-21T19:42:16Z</dcterms:created>
  <dcterms:modified xsi:type="dcterms:W3CDTF">2024-03-25T15:13:09Z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0x010100C08BF3A870D76D4684721B1F67163593</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